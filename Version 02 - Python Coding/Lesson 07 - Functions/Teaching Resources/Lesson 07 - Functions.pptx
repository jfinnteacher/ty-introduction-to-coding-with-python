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077B-ACC7-4A2A-996E-0B6AACCFC23C}" type="datetimeFigureOut">
              <a:rPr lang="en-IE" smtClean="0"/>
              <a:t>04/12/2025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AC8A8-EEE5-4538-AB0D-04F60F75D7A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5248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077B-ACC7-4A2A-996E-0B6AACCFC23C}" type="datetimeFigureOut">
              <a:rPr lang="en-IE" smtClean="0"/>
              <a:t>04/12/2025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AC8A8-EEE5-4538-AB0D-04F60F75D7A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17862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077B-ACC7-4A2A-996E-0B6AACCFC23C}" type="datetimeFigureOut">
              <a:rPr lang="en-IE" smtClean="0"/>
              <a:t>04/12/2025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AC8A8-EEE5-4538-AB0D-04F60F75D7A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825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077B-ACC7-4A2A-996E-0B6AACCFC23C}" type="datetimeFigureOut">
              <a:rPr lang="en-IE" smtClean="0"/>
              <a:t>04/12/2025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AC8A8-EEE5-4538-AB0D-04F60F75D7A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40692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077B-ACC7-4A2A-996E-0B6AACCFC23C}" type="datetimeFigureOut">
              <a:rPr lang="en-IE" smtClean="0"/>
              <a:t>04/12/2025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AC8A8-EEE5-4538-AB0D-04F60F75D7A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64288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077B-ACC7-4A2A-996E-0B6AACCFC23C}" type="datetimeFigureOut">
              <a:rPr lang="en-IE" smtClean="0"/>
              <a:t>04/12/2025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AC8A8-EEE5-4538-AB0D-04F60F75D7A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4516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077B-ACC7-4A2A-996E-0B6AACCFC23C}" type="datetimeFigureOut">
              <a:rPr lang="en-IE" smtClean="0"/>
              <a:t>04/12/2025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AC8A8-EEE5-4538-AB0D-04F60F75D7A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30583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077B-ACC7-4A2A-996E-0B6AACCFC23C}" type="datetimeFigureOut">
              <a:rPr lang="en-IE" smtClean="0"/>
              <a:t>04/12/2025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AC8A8-EEE5-4538-AB0D-04F60F75D7A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38612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077B-ACC7-4A2A-996E-0B6AACCFC23C}" type="datetimeFigureOut">
              <a:rPr lang="en-IE" smtClean="0"/>
              <a:t>04/12/2025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AC8A8-EEE5-4538-AB0D-04F60F75D7A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31178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077B-ACC7-4A2A-996E-0B6AACCFC23C}" type="datetimeFigureOut">
              <a:rPr lang="en-IE" smtClean="0"/>
              <a:t>04/12/2025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AC8A8-EEE5-4538-AB0D-04F60F75D7A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26824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077B-ACC7-4A2A-996E-0B6AACCFC23C}" type="datetimeFigureOut">
              <a:rPr lang="en-IE" smtClean="0"/>
              <a:t>04/12/2025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AC8A8-EEE5-4538-AB0D-04F60F75D7A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79696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517200" y="610700"/>
            <a:ext cx="11157600" cy="9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761AC8A8-EEE5-4538-AB0D-04F60F75D7A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10883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logo for a college&#10;&#10;AI-generated content may be incorrect.">
            <a:extLst>
              <a:ext uri="{FF2B5EF4-FFF2-40B4-BE49-F238E27FC236}">
                <a16:creationId xmlns:a16="http://schemas.microsoft.com/office/drawing/2014/main" id="{1C360B2B-5A98-7E0F-8727-8E4EBE3EB66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9" t="10376" r="14368" b="17519"/>
          <a:stretch/>
        </p:blipFill>
        <p:spPr>
          <a:xfrm>
            <a:off x="10557166" y="185739"/>
            <a:ext cx="1378527" cy="137262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A0077B-ACC7-4A2A-996E-0B6AACCFC23C}" type="datetimeFigureOut">
              <a:rPr lang="en-IE" smtClean="0"/>
              <a:t>04/12/2025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1AC8A8-EEE5-4538-AB0D-04F60F75D7A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02219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2410D-F720-1C21-34C7-B16FE94F64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Lesson 07 -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15D8CA-1179-46C3-60B7-AA91FF3426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7699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CAE76-EE1A-F719-5CE9-B81CDEBA5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Creating your own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73C24-9B13-2366-9AA6-54677CA7B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Lesson Objectives</a:t>
            </a:r>
          </a:p>
          <a:p>
            <a:pPr lvl="1"/>
            <a:r>
              <a:rPr lang="en-IE" dirty="0"/>
              <a:t>Understand what a function is</a:t>
            </a:r>
          </a:p>
          <a:p>
            <a:pPr lvl="1"/>
            <a:r>
              <a:rPr lang="en-IE" dirty="0"/>
              <a:t>Defining and Calling a function</a:t>
            </a:r>
          </a:p>
          <a:p>
            <a:pPr lvl="1"/>
            <a:r>
              <a:rPr lang="en-IE" dirty="0"/>
              <a:t>Using parameters for flexibility </a:t>
            </a:r>
          </a:p>
        </p:txBody>
      </p:sp>
    </p:spTree>
    <p:extLst>
      <p:ext uri="{BB962C8B-B14F-4D97-AF65-F5344CB8AC3E}">
        <p14:creationId xmlns:p14="http://schemas.microsoft.com/office/powerpoint/2010/main" val="72196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3DC66-5EC1-74BE-0ABF-786B48F7B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ADDE3-90F4-7324-C999-185989EDF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What is Iteration?</a:t>
            </a:r>
          </a:p>
          <a:p>
            <a:r>
              <a:rPr lang="en-IE" dirty="0"/>
              <a:t>What is the reason for using IF Statements</a:t>
            </a:r>
          </a:p>
          <a:p>
            <a:r>
              <a:rPr lang="en-IE" dirty="0"/>
              <a:t>Have you ever written the same code more than once in a program</a:t>
            </a:r>
          </a:p>
        </p:txBody>
      </p:sp>
    </p:spTree>
    <p:extLst>
      <p:ext uri="{BB962C8B-B14F-4D97-AF65-F5344CB8AC3E}">
        <p14:creationId xmlns:p14="http://schemas.microsoft.com/office/powerpoint/2010/main" val="4005929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D8BBD-1EB3-5D7C-31BB-9DFDD727F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8FB68-E290-F792-7D07-A60059544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What is the problem with this code?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r>
              <a:rPr lang="en-IE" dirty="0"/>
              <a:t>Is there a smarter way to do this?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93471F-B905-28B8-6E46-1B181CB3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50" y="2407377"/>
            <a:ext cx="5586750" cy="142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480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BD19A-B676-D728-5354-2EB1B905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 function?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89E28-13CD-77DC-F981-024180B35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 function is simply a block of code that is created that performs a specific task</a:t>
            </a:r>
          </a:p>
          <a:p>
            <a:r>
              <a:rPr lang="en-IE" dirty="0"/>
              <a:t>The function can be called when needed by the main program</a:t>
            </a:r>
          </a:p>
          <a:p>
            <a:r>
              <a:rPr lang="en-IE" dirty="0"/>
              <a:t>What are some examples of functions?</a:t>
            </a:r>
          </a:p>
          <a:p>
            <a:pPr lvl="1"/>
            <a:r>
              <a:rPr lang="en-IE" dirty="0"/>
              <a:t>Buttons on a Calculator</a:t>
            </a:r>
          </a:p>
          <a:p>
            <a:pPr lvl="1"/>
            <a:r>
              <a:rPr lang="en-IE" dirty="0"/>
              <a:t>Volume button on a TV Remote</a:t>
            </a:r>
          </a:p>
          <a:p>
            <a:pPr lvl="1"/>
            <a:r>
              <a:rPr lang="en-IE" dirty="0"/>
              <a:t>print command in python</a:t>
            </a:r>
          </a:p>
        </p:txBody>
      </p:sp>
    </p:spTree>
    <p:extLst>
      <p:ext uri="{BB962C8B-B14F-4D97-AF65-F5344CB8AC3E}">
        <p14:creationId xmlns:p14="http://schemas.microsoft.com/office/powerpoint/2010/main" val="2598026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CC45-A964-41B3-CF29-8F9F7B4F8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Creating (Defining)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47D5A-05E2-AA9E-E8FA-8217EC723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IE" dirty="0"/>
          </a:p>
          <a:p>
            <a:endParaRPr lang="en-IE" dirty="0"/>
          </a:p>
          <a:p>
            <a:r>
              <a:rPr lang="en-IE" dirty="0"/>
              <a:t>def – command to define the function</a:t>
            </a:r>
          </a:p>
          <a:p>
            <a:r>
              <a:rPr lang="en-IE" dirty="0"/>
              <a:t>greet() – the name of the function</a:t>
            </a:r>
          </a:p>
          <a:p>
            <a:r>
              <a:rPr lang="en-IE" dirty="0"/>
              <a:t>Note the use of : similar to iteration statements</a:t>
            </a:r>
          </a:p>
          <a:p>
            <a:r>
              <a:rPr lang="en-IE" dirty="0"/>
              <a:t>The code is indented under the </a:t>
            </a:r>
            <a:r>
              <a:rPr lang="en-IE" dirty="0" err="1"/>
              <a:t>fuction</a:t>
            </a:r>
            <a:r>
              <a:rPr lang="en-IE" dirty="0"/>
              <a:t> name</a:t>
            </a:r>
          </a:p>
          <a:p>
            <a:r>
              <a:rPr lang="en-IE" dirty="0"/>
              <a:t>Where should the function be defined – At the start or end of the program?</a:t>
            </a:r>
          </a:p>
          <a:p>
            <a:r>
              <a:rPr lang="en-IE" dirty="0"/>
              <a:t>Why?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213C30-A953-013D-7FA8-524104053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621" y="1825624"/>
            <a:ext cx="6266312" cy="97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12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39961-2AA6-7857-8164-3CE1F2EC6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Calling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23E11-ECAA-3711-0B7F-D257D4E8E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This is done by simple using the name of the function in the python code</a:t>
            </a:r>
          </a:p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598267-7920-3DA2-5E1E-82F628A1A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06476"/>
            <a:ext cx="3328544" cy="91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919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31E1A-7F3D-68E1-AA4F-0E5CEC395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Adding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5ED8D-3AFE-4B7F-79D0-1044C2E02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Using parameters we can pass data into a function for it to be used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r>
              <a:rPr lang="en-IE" dirty="0"/>
              <a:t>This makes a function more interactive</a:t>
            </a:r>
          </a:p>
          <a:p>
            <a:r>
              <a:rPr lang="en-IE" dirty="0"/>
              <a:t>Called simply by adding the parameter into the brackets</a:t>
            </a:r>
          </a:p>
          <a:p>
            <a:r>
              <a:rPr lang="en-IE" dirty="0"/>
              <a:t>Greet(“John”)</a:t>
            </a:r>
          </a:p>
          <a:p>
            <a:r>
              <a:rPr lang="en-IE" dirty="0"/>
              <a:t>Output</a:t>
            </a:r>
          </a:p>
          <a:p>
            <a:pPr lvl="1"/>
            <a:r>
              <a:rPr lang="en-IE" dirty="0"/>
              <a:t>Hello John !</a:t>
            </a:r>
          </a:p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7C02A5-0D9C-115B-9C9B-42C93D28B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33330"/>
            <a:ext cx="5502254" cy="107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214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35EF9-1C5F-FB0C-FA7D-6676EE53C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Functions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E2B3B-7B05-9FD5-4B43-1F1EA27F0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Key benefits:</a:t>
            </a:r>
          </a:p>
          <a:p>
            <a:pPr lvl="1"/>
            <a:r>
              <a:rPr lang="en-IE" dirty="0"/>
              <a:t>Avoids repetition</a:t>
            </a:r>
          </a:p>
          <a:p>
            <a:pPr lvl="1"/>
            <a:r>
              <a:rPr lang="en-IE" dirty="0"/>
              <a:t>Easier to read and test</a:t>
            </a:r>
          </a:p>
          <a:p>
            <a:pPr lvl="1"/>
            <a:r>
              <a:rPr lang="en-IE" dirty="0"/>
              <a:t>Can be reused in multiple projects</a:t>
            </a:r>
          </a:p>
          <a:p>
            <a:pPr lvl="1"/>
            <a:r>
              <a:rPr lang="en-IE" dirty="0"/>
              <a:t>Useful to breakdown </a:t>
            </a:r>
            <a:r>
              <a:rPr lang="en-IE"/>
              <a:t>program elements into blocks</a:t>
            </a:r>
          </a:p>
        </p:txBody>
      </p:sp>
    </p:spTree>
    <p:extLst>
      <p:ext uri="{BB962C8B-B14F-4D97-AF65-F5344CB8AC3E}">
        <p14:creationId xmlns:p14="http://schemas.microsoft.com/office/powerpoint/2010/main" val="428680455"/>
      </p:ext>
    </p:extLst>
  </p:cSld>
  <p:clrMapOvr>
    <a:masterClrMapping/>
  </p:clrMapOvr>
</p:sld>
</file>

<file path=ppt/theme/theme1.xml><?xml version="1.0" encoding="utf-8"?>
<a:theme xmlns:a="http://schemas.openxmlformats.org/drawingml/2006/main" name="ACC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 Theme" id="{5315FB66-9AB4-496F-8BD7-119135D3DC10}" vid="{A8CBE559-2296-4199-8F36-6EE5C831187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ACC Theme</Template>
  <TotalTime>25</TotalTime>
  <Words>262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Franklin Gothic Book</vt:lpstr>
      <vt:lpstr>Franklin Gothic Medium</vt:lpstr>
      <vt:lpstr>ACC Theme</vt:lpstr>
      <vt:lpstr>Lesson 07 - Functions</vt:lpstr>
      <vt:lpstr>Creating your own Function</vt:lpstr>
      <vt:lpstr>Recap</vt:lpstr>
      <vt:lpstr>Repetition</vt:lpstr>
      <vt:lpstr>What is a function? </vt:lpstr>
      <vt:lpstr>Creating (Defining) a function</vt:lpstr>
      <vt:lpstr>Calling a Function</vt:lpstr>
      <vt:lpstr>Adding Parameters</vt:lpstr>
      <vt:lpstr>Why Functions matter?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Jim Finn</dc:creator>
  <cp:lastModifiedBy>Jim Finn</cp:lastModifiedBy>
  <cp:revision>1</cp:revision>
  <dcterms:created xsi:type="dcterms:W3CDTF">2025-12-04T07:44:29Z</dcterms:created>
  <dcterms:modified xsi:type="dcterms:W3CDTF">2025-12-04T08:09:37Z</dcterms:modified>
</cp:coreProperties>
</file>