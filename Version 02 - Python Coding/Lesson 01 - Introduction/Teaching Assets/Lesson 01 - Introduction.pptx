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1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  <p:embeddedFontLst>
    <p:embeddedFont>
      <p:font typeface="Libre Franklin" pitchFamily="2" charset="0"/>
      <p:regular r:id="rId22"/>
      <p:bold r:id="rId23"/>
      <p:italic r:id="rId24"/>
      <p:boldItalic r:id="rId25"/>
    </p:embeddedFont>
    <p:embeddedFont>
      <p:font typeface="Libre Franklin Medium" pitchFamily="2" charset="0"/>
      <p:regular r:id="rId26"/>
      <p:bold r:id="rId27"/>
      <p:italic r:id="rId28"/>
      <p:boldItalic r:id="rId29"/>
    </p:embeddedFont>
    <p:embeddedFont>
      <p:font typeface="Lustria" panose="020B0604020202020204" charset="0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gc26KUbgYKDRlwWx1Mpss6HamE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6-03-26T09:15:39.67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30251 14728 0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0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ubTitle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strike="noStrik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9" descr="A logo for a colleg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3218" t="10374" r="14362" b="17512"/>
          <a:stretch/>
        </p:blipFill>
        <p:spPr>
          <a:xfrm>
            <a:off x="10557000" y="185760"/>
            <a:ext cx="1377720" cy="137196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9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  <a:defRPr sz="44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9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21" descr="A logo for a college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l="13218" t="10374" r="14362" b="17512"/>
          <a:stretch/>
        </p:blipFill>
        <p:spPr>
          <a:xfrm>
            <a:off x="10557000" y="185760"/>
            <a:ext cx="1377720" cy="13719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1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  <a:defRPr sz="44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757575"/>
              </a:buClr>
              <a:buSzPts val="1200"/>
              <a:buFont typeface="Libre Franklin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honny.or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honny.or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pad.app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"/>
          <p:cNvSpPr txBox="1"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bre Franklin Medium"/>
              <a:buNone/>
            </a:pPr>
            <a:r>
              <a:rPr lang="en-IE" sz="6000" b="0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TY Coding</a:t>
            </a:r>
            <a:endParaRPr sz="60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"/>
          <p:cNvSpPr txBox="1">
            <a:spLocks noGrp="1"/>
          </p:cNvSpPr>
          <p:nvPr>
            <p:ph type="subTitle" idx="1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Franklin"/>
              <a:buNone/>
            </a:pPr>
            <a:r>
              <a:rPr lang="en-IE"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Introduction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IE" sz="4400" b="0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Learning Outcomes</a:t>
            </a:r>
            <a:endParaRPr sz="4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Understand what Python is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Understand some key terms associated with Coding Python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Create a simple python program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Output text to the screen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Setup and use an IDE (codepad)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IE" sz="4400" b="0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Where is Python Used</a:t>
            </a:r>
            <a:endParaRPr sz="4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428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D3EE"/>
              </a:buClr>
              <a:buSzPts val="2600"/>
              <a:buFont typeface="Arial"/>
              <a:buChar char="•"/>
            </a:pPr>
            <a:r>
              <a:rPr lang="en-IE" sz="2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Web Development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148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4D3EE"/>
              </a:buClr>
              <a:buSzPts val="2200"/>
              <a:buFont typeface="Arial"/>
              <a:buChar char="•"/>
            </a:pPr>
            <a:r>
              <a:rPr lang="en-IE" sz="22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Spotify, </a:t>
            </a:r>
            <a:endParaRPr sz="2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148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4D3EE"/>
              </a:buClr>
              <a:buSzPts val="2200"/>
              <a:buFont typeface="Arial"/>
              <a:buChar char="•"/>
            </a:pPr>
            <a:r>
              <a:rPr lang="en-IE" sz="22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YouTube</a:t>
            </a:r>
            <a:endParaRPr sz="2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428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D3EE"/>
              </a:buClr>
              <a:buSzPts val="2600"/>
              <a:buFont typeface="Arial"/>
              <a:buChar char="•"/>
            </a:pPr>
            <a:r>
              <a:rPr lang="en-IE" sz="2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Artificial Intelligence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148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4D3EE"/>
              </a:buClr>
              <a:buSzPts val="2200"/>
              <a:buFont typeface="Arial"/>
              <a:buChar char="•"/>
            </a:pPr>
            <a:r>
              <a:rPr lang="en-IE" sz="22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Hear – Detecting Gunshots and location</a:t>
            </a:r>
            <a:endParaRPr sz="2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148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4D3EE"/>
              </a:buClr>
              <a:buSzPts val="2200"/>
              <a:buFont typeface="Arial"/>
              <a:buChar char="•"/>
            </a:pPr>
            <a:r>
              <a:rPr lang="en-IE" sz="22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Smell – Detecting Illness by smelling breath</a:t>
            </a:r>
            <a:endParaRPr sz="2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148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4D3EE"/>
              </a:buClr>
              <a:buSzPts val="2200"/>
              <a:buFont typeface="Arial"/>
              <a:buChar char="•"/>
            </a:pPr>
            <a:r>
              <a:rPr lang="en-IE" sz="22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See – Machine Vision in Self Driving Cars</a:t>
            </a:r>
            <a:endParaRPr sz="2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148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4D3EE"/>
              </a:buClr>
              <a:buSzPts val="2200"/>
              <a:buFont typeface="Arial"/>
              <a:buChar char="•"/>
            </a:pPr>
            <a:r>
              <a:rPr lang="en-IE" sz="22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Write – The NY Times uses AI to assist in writing articles</a:t>
            </a:r>
            <a:endParaRPr sz="2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428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D3EE"/>
              </a:buClr>
              <a:buSzPts val="2600"/>
              <a:buFont typeface="Arial"/>
              <a:buChar char="•"/>
            </a:pPr>
            <a:r>
              <a:rPr lang="en-IE" sz="2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Scripting</a:t>
            </a:r>
            <a:endParaRPr sz="2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5148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4D3EE"/>
              </a:buClr>
              <a:buSzPts val="2200"/>
              <a:buFont typeface="Arial"/>
              <a:buChar char="•"/>
            </a:pPr>
            <a:r>
              <a:rPr lang="en-IE" sz="22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 script is a small piece of code that can automate a computer Function</a:t>
            </a:r>
            <a:endParaRPr sz="22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 Medium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IE" sz="4400" b="0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Why is python popular</a:t>
            </a:r>
            <a:endParaRPr sz="4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9999" lnSpcReduction="10000"/>
          </a:bodyPr>
          <a:lstStyle/>
          <a:p>
            <a:pPr marL="228600" marR="0" lvl="0" indent="-22866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Readability: Python's syntax (the rules for writing code) is very clean and uses indentation to define structure, making it look a bit like plain English. 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61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Versatility: (Transition to the next section) It can be used for a huge variety of tasks.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61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Large Standard Library: Python comes with a vast collection of pre-written code modules that perform common tasks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61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Huge Community: Because it's so popular, there are tons of resources, tutorials, forums, and people willing to help if you get stuck.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61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Open Source: Python is free to use and distribute, even for commercial purposes.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IE" sz="4400" b="0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Examples</a:t>
            </a:r>
            <a:endParaRPr sz="4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print("Hello, World!")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 Medium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 is the command and tells python to place text on the screen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( ) What is to be printed goes in here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“ “ Tells python that that it is text that is to be printed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 Medium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print(10 + 5)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Python will carry out the sum and print the answer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 Medium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IE" sz="4400" b="0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Creating Code</a:t>
            </a:r>
            <a:endParaRPr sz="4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There are a number of ways but the most common is to use an IDE (Integrated Development Environment)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This is an application that allows you to create code and then run it. 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Can be online or offline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Online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Replit, Codepad.app, trinket.io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Offline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Visual Studio Code, Thonny, IDLE 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Advantages and Disadvantages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IE" sz="44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IDLE</a:t>
            </a:r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32000" marR="0" lvl="0" indent="-324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E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Installs with python</a:t>
            </a:r>
            <a:endParaRPr/>
          </a:p>
          <a:p>
            <a:pPr marL="432000" marR="0" lvl="0" indent="-324000" algn="l" rtl="0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E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Allows you to test python code</a:t>
            </a:r>
            <a:endParaRPr/>
          </a:p>
          <a:p>
            <a:pPr marL="432000" marR="0" lvl="0" indent="-324000" algn="l" rtl="0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E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Allows you to create python files</a:t>
            </a:r>
            <a:endParaRPr/>
          </a:p>
          <a:p>
            <a:pPr marL="432000" marR="0" lvl="0" indent="-324000" algn="l" rtl="0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E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 some limitations</a:t>
            </a:r>
            <a:endParaRPr/>
          </a:p>
          <a:p>
            <a:pPr marL="432000" marR="0" lvl="0" indent="-324000" algn="l" rtl="0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E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dedicated IDE has more features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IE" sz="44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Thonny</a:t>
            </a:r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32000" marR="0" lvl="0" indent="-324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E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Thonny should be installed on every computer</a:t>
            </a:r>
            <a:endParaRPr/>
          </a:p>
          <a:p>
            <a:pPr marL="432000" marR="0" lvl="0" indent="-324000" algn="l" rtl="0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E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found on the Desktop</a:t>
            </a:r>
            <a:endParaRPr/>
          </a:p>
          <a:p>
            <a:pPr marL="432000" marR="0" lvl="0" indent="-324000" algn="l" rtl="0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E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downloaded from - </a:t>
            </a:r>
            <a:r>
              <a:rPr lang="en-IE" sz="32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https://thonny.org/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E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Files are save to PC with extension .py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IE" sz="44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Thonny</a:t>
            </a:r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32000" marR="0" lvl="0" indent="-324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E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Thonny should be installed on every computer</a:t>
            </a:r>
            <a:endParaRPr/>
          </a:p>
          <a:p>
            <a:pPr marL="432000" marR="0" lvl="0" indent="-324000" algn="l" rtl="0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E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found on the Desktop</a:t>
            </a:r>
            <a:endParaRPr/>
          </a:p>
          <a:p>
            <a:pPr marL="432000" marR="0" lvl="0" indent="-324000" algn="l" rtl="0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E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downloaded from - </a:t>
            </a:r>
            <a:r>
              <a:rPr lang="en-IE" sz="32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https://thonny.org/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IE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Files are save to PC with extension .py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IE"/>
              <a:t>Using Codepad.app</a:t>
            </a:r>
            <a:endParaRPr/>
          </a:p>
        </p:txBody>
      </p:sp>
      <p:sp>
        <p:nvSpPr>
          <p:cNvPr id="96" name="Google Shape;96;p10"/>
          <p:cNvSpPr txBox="1">
            <a:spLocks noGrp="1"/>
          </p:cNvSpPr>
          <p:nvPr>
            <p:ph type="body" idx="1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IE" sz="44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This is an online only IDE.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IE" sz="44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Allows for the creation of python programs as well as HTML/CSS, Java and other languages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IE" sz="44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Advantages</a:t>
            </a:r>
            <a:endParaRPr/>
          </a:p>
          <a:p>
            <a:pPr marL="0" lvl="1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IE" sz="1800"/>
              <a:t>Files are online and can be run from any device with a browser and web access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IE" sz="44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Disadvantages</a:t>
            </a:r>
            <a:endParaRPr/>
          </a:p>
          <a:p>
            <a:pPr marL="0" lvl="1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IE" sz="1800"/>
              <a:t>Requires and internet connection</a:t>
            </a:r>
            <a:endParaRPr/>
          </a:p>
          <a:p>
            <a:pPr marL="0" lvl="1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IE" sz="1800"/>
              <a:t>May not have as many options for libraries compared to an offline IDE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IE" sz="44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Management (Computer)</a:t>
            </a:r>
            <a:endParaRPr/>
          </a:p>
        </p:txBody>
      </p:sp>
      <p:sp>
        <p:nvSpPr>
          <p:cNvPr id="102" name="Google Shape;102;p11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6865"/>
          </a:bodyPr>
          <a:lstStyle/>
          <a:p>
            <a:pPr marL="432000" marR="0" lvl="0" indent="-324019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lang="en-IE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Files are stored on the Computer</a:t>
            </a:r>
            <a:endParaRPr/>
          </a:p>
          <a:p>
            <a:pPr marL="432000" marR="0" lvl="0" indent="-324019" algn="l" rtl="0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lang="en-IE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Creating a Folder Structure to organise files is important</a:t>
            </a:r>
            <a:endParaRPr/>
          </a:p>
          <a:p>
            <a:pPr marL="432000" marR="0" lvl="0" indent="-324019" algn="l" rtl="0">
              <a:lnSpc>
                <a:spcPct val="9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lang="en-IE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Folder in Share Drive </a:t>
            </a:r>
            <a:endParaRPr/>
          </a:p>
          <a:p>
            <a:pPr marL="864000" lvl="1" indent="-32401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Noto Sans Symbols"/>
              <a:buChar char="−"/>
            </a:pPr>
            <a:r>
              <a:rPr lang="en-IE" sz="2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Found in My computer ($User.Name)</a:t>
            </a:r>
            <a:endParaRPr/>
          </a:p>
          <a:p>
            <a:pPr marL="864000" lvl="1" indent="-32401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Noto Sans Symbols"/>
              <a:buChar char="−"/>
            </a:pPr>
            <a:r>
              <a:rPr lang="en-IE" sz="2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folder appears on every computer you log in to</a:t>
            </a:r>
            <a:endParaRPr/>
          </a:p>
          <a:p>
            <a:pPr marL="864000" lvl="1" indent="-32401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Noto Sans Symbols"/>
              <a:buChar char="−"/>
            </a:pPr>
            <a:r>
              <a:rPr lang="en-IE" sz="2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Call Folder TY Coding</a:t>
            </a:r>
            <a:endParaRPr/>
          </a:p>
          <a:p>
            <a:pPr marL="864000" lvl="1" indent="-32401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Noto Sans Symbols"/>
              <a:buChar char="−"/>
            </a:pPr>
            <a:r>
              <a:rPr lang="en-IE" sz="2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this Create folder called Lesson 01</a:t>
            </a:r>
            <a:endParaRPr/>
          </a:p>
          <a:p>
            <a:pPr marL="864000" lvl="1" indent="-32401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ct val="75000"/>
              <a:buFont typeface="Noto Sans Symbols"/>
              <a:buChar char="−"/>
            </a:pPr>
            <a:r>
              <a:rPr lang="en-IE" sz="2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 all files today to this Folder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IE"/>
              <a:t>File Management(CodePad)</a:t>
            </a:r>
            <a:endParaRPr/>
          </a:p>
        </p:txBody>
      </p:sp>
      <p:sp>
        <p:nvSpPr>
          <p:cNvPr id="108" name="Google Shape;108;p12"/>
          <p:cNvSpPr txBox="1">
            <a:spLocks noGrp="1"/>
          </p:cNvSpPr>
          <p:nvPr>
            <p:ph type="body" idx="1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IE" sz="44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Create a Group for a Topic or Subject (TY Coding)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IE" sz="44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When you create a pad ensure you give it a specific name (Lesson 01)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IE" sz="44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When creating a pad ensure you choose the correct coding language (Python/ HTML\CSS\JS)</a:t>
            </a:r>
            <a:endParaRPr sz="4400" b="0" i="0" u="none" strike="noStrike" cap="non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IE" sz="4400" b="0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Terms to Know (Printing)</a:t>
            </a:r>
            <a:endParaRPr sz="4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3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Character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Any individual letter, number or symbol e.g. a, 4, €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String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 group of 2 or more characters e.g. PYTHON is made up of Characters P Y T H O N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Function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Another name for a command that python recognises e.g. print( )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I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Using Codepad</a:t>
            </a:r>
            <a:endParaRPr sz="4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4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Codepad is a free IDE that runs online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Can be found at - </a:t>
            </a:r>
            <a:r>
              <a:rPr lang="en-IE" sz="2800" b="0" i="0" u="sng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https://codepad.app/</a:t>
            </a:r>
            <a:endParaRPr sz="2800" b="0" i="0" u="sng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Can be used to create python and HTML/CSS Documents among others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Comes with common Python libraries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More can be installed as needed through settings.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Signing in with Google is blocked in the school so a manual account must be created using email (ACC) and a chosen password.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 Medium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 a string to the screen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93080" lvl="1" indent="-343079" algn="l" rtl="0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use the print() command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93080" lvl="1" indent="-343079" algn="l" rtl="0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put what we want to print in brackets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93080" lvl="1" indent="-343079" algn="l" rtl="0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String must have “ “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93080" lvl="1" indent="-343079" algn="l" rtl="0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print(“Hello World”)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 Medium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6595920" y="3544920"/>
            <a:ext cx="4590360" cy="1854720"/>
          </a:xfrm>
          <a:prstGeom prst="rect">
            <a:avLst/>
          </a:prstGeom>
          <a:solidFill>
            <a:srgbClr val="5B9BD5"/>
          </a:solidFill>
          <a:ln>
            <a:noFill/>
          </a:ln>
          <a:effectLst>
            <a:outerShdw blurRad="44280" dist="2808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668280" y="3810960"/>
            <a:ext cx="4590360" cy="146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Note: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Functions in Python are case sensitive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print is the function to output to the screen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Print will give an error message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 Medium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428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 the following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93080" lvl="1" indent="-343079" algn="l" rtl="0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I’m learning to code	</a:t>
            </a:r>
            <a:br>
              <a:rPr lang="en-IE" sz="2400"/>
            </a:b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I’m using python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4280" marR="0" lvl="0" indent="-4572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This needs 2 lines of code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93080" lvl="1" indent="-343079" algn="l" rtl="0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print(“I’m learning to code”)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93080" lvl="1" indent="-343079" algn="l" rtl="0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print(“I’m using Python”)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4280" marR="0" lvl="0" indent="-4572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Alternative is to use a special command for a new line </a:t>
            </a:r>
            <a:r>
              <a:rPr lang="en-IE" sz="28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\n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4280" marR="0" lvl="0" indent="-4572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print(“I’m learning to code </a:t>
            </a:r>
            <a:r>
              <a:rPr lang="en-IE" sz="28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\n</a:t>
            </a: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I’m using Python”)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 Medium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9371A06-622E-4FE0-87FC-AE363D5F0A28}"/>
                  </a:ext>
                </a:extLst>
              </p14:cNvPr>
              <p14:cNvContentPartPr/>
              <p14:nvPr/>
            </p14:nvContentPartPr>
            <p14:xfrm>
              <a:off x="10890360" y="5302080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9371A06-622E-4FE0-87FC-AE363D5F0A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81000" y="52927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 Medium"/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7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marR="0" lvl="0" indent="-306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◈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 the following Using the print command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060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◈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*	There are Spaces on the Screen	*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060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◈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You can use \t to add in a tab space which is the same as 3-5 spaces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060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◈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Use the following command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3080" marR="0" lvl="0" indent="-30600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◈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print(“*\tThere are Spaces on the Screen\t*”)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 Medium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IE" sz="4400" b="0" strike="noStrik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Summary</a:t>
            </a:r>
            <a:endParaRPr sz="4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428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IE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This lesson covered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93080" lvl="1" indent="-343079" algn="l" rtl="0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Characters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93080" lvl="1" indent="-343079" algn="l" rtl="0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Strings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93080" lvl="1" indent="-343079" algn="l" rtl="0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Functions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93080" lvl="1" indent="-343079" algn="l" rtl="0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Introducing Thonny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93080" lvl="1" indent="-343079" algn="l" rtl="0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How to use the print function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93080" lvl="1" indent="-343079" algn="l" rtl="0">
              <a:lnSpc>
                <a:spcPct val="90000"/>
              </a:lnSpc>
              <a:spcBef>
                <a:spcPts val="9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IE" sz="2400" b="0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Some special characters</a:t>
            </a:r>
            <a:endParaRPr sz="24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 Medium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923</Words>
  <Application>Microsoft Office PowerPoint</Application>
  <PresentationFormat>Widescreen</PresentationFormat>
  <Paragraphs>123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Lustria</vt:lpstr>
      <vt:lpstr>Libre Franklin Medium</vt:lpstr>
      <vt:lpstr>Libre Franklin</vt:lpstr>
      <vt:lpstr>Arial</vt:lpstr>
      <vt:lpstr>Noto Sans Symbols</vt:lpstr>
      <vt:lpstr>Times New Roman</vt:lpstr>
      <vt:lpstr>ÀCC Presentation</vt:lpstr>
      <vt:lpstr>ÀCC Presentation</vt:lpstr>
      <vt:lpstr>TY Coding</vt:lpstr>
      <vt:lpstr>Learning Outcomes</vt:lpstr>
      <vt:lpstr>Where is Python Used</vt:lpstr>
      <vt:lpstr>Why is python popular</vt:lpstr>
      <vt:lpstr>Examples</vt:lpstr>
      <vt:lpstr>Creating Code</vt:lpstr>
      <vt:lpstr>Using IDLE</vt:lpstr>
      <vt:lpstr>Using Thonny</vt:lpstr>
      <vt:lpstr>Using Thonny</vt:lpstr>
      <vt:lpstr>Using Codepad.app</vt:lpstr>
      <vt:lpstr>File Management (Computer)</vt:lpstr>
      <vt:lpstr>File Management(CodePad)</vt:lpstr>
      <vt:lpstr>Terms to Know (Printing)</vt:lpstr>
      <vt:lpstr>Using Codepad</vt:lpstr>
      <vt:lpstr>PowerPoint Presentation</vt:lpstr>
      <vt:lpstr>PowerPoint Presentation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 Coding</dc:title>
  <dc:creator>Jim Finn</dc:creator>
  <cp:lastModifiedBy>Jim Finn</cp:lastModifiedBy>
  <cp:revision>2</cp:revision>
  <dcterms:created xsi:type="dcterms:W3CDTF">2025-05-14T11:16:38Z</dcterms:created>
  <dcterms:modified xsi:type="dcterms:W3CDTF">2026-03-26T09:33:17Z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</Properties>
</file>