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8"/>
  </p:notesMasterIdLst>
  <p:handoutMasterIdLst>
    <p:handoutMasterId r:id="rId19"/>
  </p:handoutMasterIdLst>
  <p:sldIdLst>
    <p:sldId id="281" r:id="rId5"/>
    <p:sldId id="282" r:id="rId6"/>
    <p:sldId id="503" r:id="rId7"/>
    <p:sldId id="502" r:id="rId8"/>
    <p:sldId id="501" r:id="rId9"/>
    <p:sldId id="500" r:id="rId10"/>
    <p:sldId id="703" r:id="rId11"/>
    <p:sldId id="697" r:id="rId12"/>
    <p:sldId id="701" r:id="rId13"/>
    <p:sldId id="700" r:id="rId14"/>
    <p:sldId id="702" r:id="rId15"/>
    <p:sldId id="451" r:id="rId16"/>
    <p:sldId id="46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00843D"/>
    <a:srgbClr val="1C8DC1"/>
    <a:srgbClr val="8796A1"/>
    <a:srgbClr val="738592"/>
    <a:srgbClr val="509E2F"/>
    <a:srgbClr val="71D129"/>
    <a:srgbClr val="48BE3C"/>
    <a:srgbClr val="2A842C"/>
    <a:srgbClr val="4454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6979D9-C4E1-4342-AA68-3840485BF0E3}" v="25" dt="2023-08-05T11:56:43.4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380" y="3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cmahon, Mary" userId="S::a673420@im.fmrco.com::b2f98df8-641f-4ad3-867a-cc6319fa9af2" providerId="AD" clId="Web-{47372FCA-9C35-CC0A-771D-9B7AC1E27069}"/>
    <pc:docChg chg="modSld">
      <pc:chgData name="Mcmahon, Mary" userId="S::a673420@im.fmrco.com::b2f98df8-641f-4ad3-867a-cc6319fa9af2" providerId="AD" clId="Web-{47372FCA-9C35-CC0A-771D-9B7AC1E27069}" dt="2023-08-03T07:43:53.699" v="10" actId="14100"/>
      <pc:docMkLst>
        <pc:docMk/>
      </pc:docMkLst>
      <pc:sldChg chg="modSp">
        <pc:chgData name="Mcmahon, Mary" userId="S::a673420@im.fmrco.com::b2f98df8-641f-4ad3-867a-cc6319fa9af2" providerId="AD" clId="Web-{47372FCA-9C35-CC0A-771D-9B7AC1E27069}" dt="2023-08-03T07:43:53.699" v="10" actId="14100"/>
        <pc:sldMkLst>
          <pc:docMk/>
          <pc:sldMk cId="646255691" sldId="700"/>
        </pc:sldMkLst>
        <pc:spChg chg="mod">
          <ac:chgData name="Mcmahon, Mary" userId="S::a673420@im.fmrco.com::b2f98df8-641f-4ad3-867a-cc6319fa9af2" providerId="AD" clId="Web-{47372FCA-9C35-CC0A-771D-9B7AC1E27069}" dt="2023-08-03T07:43:32.277" v="3" actId="1076"/>
          <ac:spMkLst>
            <pc:docMk/>
            <pc:sldMk cId="646255691" sldId="700"/>
            <ac:spMk id="2" creationId="{058557AA-A103-89E9-D37D-3A050E11CFE6}"/>
          </ac:spMkLst>
        </pc:spChg>
        <pc:spChg chg="mod">
          <ac:chgData name="Mcmahon, Mary" userId="S::a673420@im.fmrco.com::b2f98df8-641f-4ad3-867a-cc6319fa9af2" providerId="AD" clId="Web-{47372FCA-9C35-CC0A-771D-9B7AC1E27069}" dt="2023-08-03T07:43:53.699" v="10" actId="14100"/>
          <ac:spMkLst>
            <pc:docMk/>
            <pc:sldMk cId="646255691" sldId="700"/>
            <ac:spMk id="5" creationId="{D51C6515-F0F3-B412-14ED-A6E88B07E7BA}"/>
          </ac:spMkLst>
        </pc:spChg>
        <pc:picChg chg="mod">
          <ac:chgData name="Mcmahon, Mary" userId="S::a673420@im.fmrco.com::b2f98df8-641f-4ad3-867a-cc6319fa9af2" providerId="AD" clId="Web-{47372FCA-9C35-CC0A-771D-9B7AC1E27069}" dt="2023-08-03T07:43:36.136" v="4" actId="1076"/>
          <ac:picMkLst>
            <pc:docMk/>
            <pc:sldMk cId="646255691" sldId="700"/>
            <ac:picMk id="4" creationId="{89A6A754-6135-F4D0-71AF-CB528A68DDA2}"/>
          </ac:picMkLst>
        </pc:picChg>
      </pc:sldChg>
    </pc:docChg>
  </pc:docChgLst>
  <pc:docChgLst>
    <pc:chgData name="Mcmahon, Mary" userId="b2f98df8-641f-4ad3-867a-cc6319fa9af2" providerId="ADAL" clId="{26B638CB-BFBA-4B31-945E-94612E493A11}"/>
    <pc:docChg chg="undo custSel addSld modSld sldOrd">
      <pc:chgData name="Mcmahon, Mary" userId="b2f98df8-641f-4ad3-867a-cc6319fa9af2" providerId="ADAL" clId="{26B638CB-BFBA-4B31-945E-94612E493A11}" dt="2023-01-31T06:55:23.965" v="128" actId="20577"/>
      <pc:docMkLst>
        <pc:docMk/>
      </pc:docMkLst>
      <pc:sldChg chg="delSp modSp add mod">
        <pc:chgData name="Mcmahon, Mary" userId="b2f98df8-641f-4ad3-867a-cc6319fa9af2" providerId="ADAL" clId="{26B638CB-BFBA-4B31-945E-94612E493A11}" dt="2023-01-31T06:40:06.349" v="14" actId="1076"/>
        <pc:sldMkLst>
          <pc:docMk/>
          <pc:sldMk cId="1097592130" sldId="282"/>
        </pc:sldMkLst>
        <pc:spChg chg="mod">
          <ac:chgData name="Mcmahon, Mary" userId="b2f98df8-641f-4ad3-867a-cc6319fa9af2" providerId="ADAL" clId="{26B638CB-BFBA-4B31-945E-94612E493A11}" dt="2023-01-31T06:40:06.349" v="14" actId="1076"/>
          <ac:spMkLst>
            <pc:docMk/>
            <pc:sldMk cId="1097592130" sldId="282"/>
            <ac:spMk id="2" creationId="{00000000-0000-0000-0000-000000000000}"/>
          </ac:spMkLst>
        </pc:spChg>
        <pc:spChg chg="del">
          <ac:chgData name="Mcmahon, Mary" userId="b2f98df8-641f-4ad3-867a-cc6319fa9af2" providerId="ADAL" clId="{26B638CB-BFBA-4B31-945E-94612E493A11}" dt="2023-01-31T06:39:43.638" v="1" actId="478"/>
          <ac:spMkLst>
            <pc:docMk/>
            <pc:sldMk cId="1097592130" sldId="282"/>
            <ac:spMk id="4" creationId="{5F267FFD-99A7-44B7-8BA2-D48695D2EF34}"/>
          </ac:spMkLst>
        </pc:spChg>
      </pc:sldChg>
      <pc:sldChg chg="addSp delSp modSp mod">
        <pc:chgData name="Mcmahon, Mary" userId="b2f98df8-641f-4ad3-867a-cc6319fa9af2" providerId="ADAL" clId="{26B638CB-BFBA-4B31-945E-94612E493A11}" dt="2023-01-31T06:54:53.576" v="113" actId="1076"/>
        <pc:sldMkLst>
          <pc:docMk/>
          <pc:sldMk cId="2042325779" sldId="451"/>
        </pc:sldMkLst>
        <pc:spChg chg="mod">
          <ac:chgData name="Mcmahon, Mary" userId="b2f98df8-641f-4ad3-867a-cc6319fa9af2" providerId="ADAL" clId="{26B638CB-BFBA-4B31-945E-94612E493A11}" dt="2023-01-31T06:54:09.743" v="104" actId="1076"/>
          <ac:spMkLst>
            <pc:docMk/>
            <pc:sldMk cId="2042325779" sldId="451"/>
            <ac:spMk id="4" creationId="{8B441229-DE06-4067-CF04-082EA85F56F0}"/>
          </ac:spMkLst>
        </pc:spChg>
        <pc:spChg chg="mod">
          <ac:chgData name="Mcmahon, Mary" userId="b2f98df8-641f-4ad3-867a-cc6319fa9af2" providerId="ADAL" clId="{26B638CB-BFBA-4B31-945E-94612E493A11}" dt="2023-01-31T06:54:09.743" v="104" actId="1076"/>
          <ac:spMkLst>
            <pc:docMk/>
            <pc:sldMk cId="2042325779" sldId="451"/>
            <ac:spMk id="6" creationId="{3ABE5278-56C2-B4D7-3681-73EB73E66DFC}"/>
          </ac:spMkLst>
        </pc:spChg>
        <pc:spChg chg="mod">
          <ac:chgData name="Mcmahon, Mary" userId="b2f98df8-641f-4ad3-867a-cc6319fa9af2" providerId="ADAL" clId="{26B638CB-BFBA-4B31-945E-94612E493A11}" dt="2023-01-31T06:54:09.743" v="104" actId="1076"/>
          <ac:spMkLst>
            <pc:docMk/>
            <pc:sldMk cId="2042325779" sldId="451"/>
            <ac:spMk id="8" creationId="{AC5772F3-0A48-2EB9-62EE-C87E65823849}"/>
          </ac:spMkLst>
        </pc:spChg>
        <pc:spChg chg="mod">
          <ac:chgData name="Mcmahon, Mary" userId="b2f98df8-641f-4ad3-867a-cc6319fa9af2" providerId="ADAL" clId="{26B638CB-BFBA-4B31-945E-94612E493A11}" dt="2023-01-31T06:54:09.743" v="104" actId="1076"/>
          <ac:spMkLst>
            <pc:docMk/>
            <pc:sldMk cId="2042325779" sldId="451"/>
            <ac:spMk id="10" creationId="{74F58306-960B-1C53-3909-7CEB62A96A1E}"/>
          </ac:spMkLst>
        </pc:spChg>
        <pc:spChg chg="mod">
          <ac:chgData name="Mcmahon, Mary" userId="b2f98df8-641f-4ad3-867a-cc6319fa9af2" providerId="ADAL" clId="{26B638CB-BFBA-4B31-945E-94612E493A11}" dt="2023-01-31T06:54:09.743" v="104" actId="1076"/>
          <ac:spMkLst>
            <pc:docMk/>
            <pc:sldMk cId="2042325779" sldId="451"/>
            <ac:spMk id="19" creationId="{08793BE8-6E12-4F47-B93F-BF90E76A5D7D}"/>
          </ac:spMkLst>
        </pc:spChg>
        <pc:spChg chg="mod topLvl">
          <ac:chgData name="Mcmahon, Mary" userId="b2f98df8-641f-4ad3-867a-cc6319fa9af2" providerId="ADAL" clId="{26B638CB-BFBA-4B31-945E-94612E493A11}" dt="2023-01-31T06:54:09.743" v="104" actId="1076"/>
          <ac:spMkLst>
            <pc:docMk/>
            <pc:sldMk cId="2042325779" sldId="451"/>
            <ac:spMk id="28" creationId="{BDFF0A9F-2AED-4021-A2F7-7E4316DCE913}"/>
          </ac:spMkLst>
        </pc:spChg>
        <pc:spChg chg="mod">
          <ac:chgData name="Mcmahon, Mary" userId="b2f98df8-641f-4ad3-867a-cc6319fa9af2" providerId="ADAL" clId="{26B638CB-BFBA-4B31-945E-94612E493A11}" dt="2023-01-31T06:54:09.743" v="104" actId="1076"/>
          <ac:spMkLst>
            <pc:docMk/>
            <pc:sldMk cId="2042325779" sldId="451"/>
            <ac:spMk id="31" creationId="{C134EBE0-8413-4336-98D5-8997925FA047}"/>
          </ac:spMkLst>
        </pc:spChg>
        <pc:spChg chg="mod">
          <ac:chgData name="Mcmahon, Mary" userId="b2f98df8-641f-4ad3-867a-cc6319fa9af2" providerId="ADAL" clId="{26B638CB-BFBA-4B31-945E-94612E493A11}" dt="2023-01-31T06:54:09.743" v="104" actId="1076"/>
          <ac:spMkLst>
            <pc:docMk/>
            <pc:sldMk cId="2042325779" sldId="451"/>
            <ac:spMk id="34" creationId="{15F55820-48B3-4937-83DE-F51E8837E099}"/>
          </ac:spMkLst>
        </pc:spChg>
        <pc:grpChg chg="mod">
          <ac:chgData name="Mcmahon, Mary" userId="b2f98df8-641f-4ad3-867a-cc6319fa9af2" providerId="ADAL" clId="{26B638CB-BFBA-4B31-945E-94612E493A11}" dt="2023-01-31T06:54:09.743" v="104" actId="1076"/>
          <ac:grpSpMkLst>
            <pc:docMk/>
            <pc:sldMk cId="2042325779" sldId="451"/>
            <ac:grpSpMk id="25" creationId="{0448862D-227F-40A6-94F9-CC36E150B4CA}"/>
          </ac:grpSpMkLst>
        </pc:grpChg>
        <pc:grpChg chg="del mod">
          <ac:chgData name="Mcmahon, Mary" userId="b2f98df8-641f-4ad3-867a-cc6319fa9af2" providerId="ADAL" clId="{26B638CB-BFBA-4B31-945E-94612E493A11}" dt="2023-01-31T06:53:57.279" v="101" actId="478"/>
          <ac:grpSpMkLst>
            <pc:docMk/>
            <pc:sldMk cId="2042325779" sldId="451"/>
            <ac:grpSpMk id="27" creationId="{8AD54E0F-2EB9-44D7-B897-50AED2120535}"/>
          </ac:grpSpMkLst>
        </pc:grpChg>
        <pc:grpChg chg="mod">
          <ac:chgData name="Mcmahon, Mary" userId="b2f98df8-641f-4ad3-867a-cc6319fa9af2" providerId="ADAL" clId="{26B638CB-BFBA-4B31-945E-94612E493A11}" dt="2023-01-31T06:54:09.743" v="104" actId="1076"/>
          <ac:grpSpMkLst>
            <pc:docMk/>
            <pc:sldMk cId="2042325779" sldId="451"/>
            <ac:grpSpMk id="30" creationId="{8428E709-9FBC-405A-8F77-BB73618903AB}"/>
          </ac:grpSpMkLst>
        </pc:grpChg>
        <pc:grpChg chg="mod">
          <ac:chgData name="Mcmahon, Mary" userId="b2f98df8-641f-4ad3-867a-cc6319fa9af2" providerId="ADAL" clId="{26B638CB-BFBA-4B31-945E-94612E493A11}" dt="2023-01-31T06:54:09.743" v="104" actId="1076"/>
          <ac:grpSpMkLst>
            <pc:docMk/>
            <pc:sldMk cId="2042325779" sldId="451"/>
            <ac:grpSpMk id="33" creationId="{A993D17B-2EE3-417E-B88E-36CBB4A49148}"/>
          </ac:grpSpMkLst>
        </pc:grpChg>
        <pc:grpChg chg="del">
          <ac:chgData name="Mcmahon, Mary" userId="b2f98df8-641f-4ad3-867a-cc6319fa9af2" providerId="ADAL" clId="{26B638CB-BFBA-4B31-945E-94612E493A11}" dt="2023-01-31T06:48:59.615" v="54" actId="478"/>
          <ac:grpSpMkLst>
            <pc:docMk/>
            <pc:sldMk cId="2042325779" sldId="451"/>
            <ac:grpSpMk id="36" creationId="{F30DEB7F-5568-4B80-A5BD-C9EA2C65ABE0}"/>
          </ac:grpSpMkLst>
        </pc:grpChg>
        <pc:picChg chg="add mod">
          <ac:chgData name="Mcmahon, Mary" userId="b2f98df8-641f-4ad3-867a-cc6319fa9af2" providerId="ADAL" clId="{26B638CB-BFBA-4B31-945E-94612E493A11}" dt="2023-01-31T06:54:09.743" v="104" actId="1076"/>
          <ac:picMkLst>
            <pc:docMk/>
            <pc:sldMk cId="2042325779" sldId="451"/>
            <ac:picMk id="16" creationId="{1B677DB5-B70D-54E8-8621-0191139888A2}"/>
          </ac:picMkLst>
        </pc:picChg>
        <pc:picChg chg="mod">
          <ac:chgData name="Mcmahon, Mary" userId="b2f98df8-641f-4ad3-867a-cc6319fa9af2" providerId="ADAL" clId="{26B638CB-BFBA-4B31-945E-94612E493A11}" dt="2023-01-31T06:54:09.743" v="104" actId="1076"/>
          <ac:picMkLst>
            <pc:docMk/>
            <pc:sldMk cId="2042325779" sldId="451"/>
            <ac:picMk id="24" creationId="{DEC236ED-AFAF-41BC-96E7-4DF283ADEE11}"/>
          </ac:picMkLst>
        </pc:picChg>
        <pc:picChg chg="del mod topLvl">
          <ac:chgData name="Mcmahon, Mary" userId="b2f98df8-641f-4ad3-867a-cc6319fa9af2" providerId="ADAL" clId="{26B638CB-BFBA-4B31-945E-94612E493A11}" dt="2023-01-31T06:53:57.279" v="101" actId="478"/>
          <ac:picMkLst>
            <pc:docMk/>
            <pc:sldMk cId="2042325779" sldId="451"/>
            <ac:picMk id="29" creationId="{7CE39BE0-0FC0-4AB5-9841-6A40F5B0A1F4}"/>
          </ac:picMkLst>
        </pc:picChg>
        <pc:picChg chg="mod">
          <ac:chgData name="Mcmahon, Mary" userId="b2f98df8-641f-4ad3-867a-cc6319fa9af2" providerId="ADAL" clId="{26B638CB-BFBA-4B31-945E-94612E493A11}" dt="2023-01-31T06:54:09.743" v="104" actId="1076"/>
          <ac:picMkLst>
            <pc:docMk/>
            <pc:sldMk cId="2042325779" sldId="451"/>
            <ac:picMk id="32" creationId="{200AB4E3-A50D-43EF-BC70-22A7785606F0}"/>
          </ac:picMkLst>
        </pc:picChg>
        <pc:picChg chg="mod">
          <ac:chgData name="Mcmahon, Mary" userId="b2f98df8-641f-4ad3-867a-cc6319fa9af2" providerId="ADAL" clId="{26B638CB-BFBA-4B31-945E-94612E493A11}" dt="2023-01-31T06:54:09.743" v="104" actId="1076"/>
          <ac:picMkLst>
            <pc:docMk/>
            <pc:sldMk cId="2042325779" sldId="451"/>
            <ac:picMk id="35" creationId="{FB346A32-C53D-49B4-81FE-97B478A949A7}"/>
          </ac:picMkLst>
        </pc:picChg>
        <pc:cxnChg chg="mod">
          <ac:chgData name="Mcmahon, Mary" userId="b2f98df8-641f-4ad3-867a-cc6319fa9af2" providerId="ADAL" clId="{26B638CB-BFBA-4B31-945E-94612E493A11}" dt="2023-01-31T06:54:53.576" v="113" actId="1076"/>
          <ac:cxnSpMkLst>
            <pc:docMk/>
            <pc:sldMk cId="2042325779" sldId="451"/>
            <ac:cxnSpMk id="5" creationId="{B43CACE5-5C62-45AB-A45A-0F7B31144009}"/>
          </ac:cxnSpMkLst>
        </pc:cxnChg>
        <pc:cxnChg chg="mod">
          <ac:chgData name="Mcmahon, Mary" userId="b2f98df8-641f-4ad3-867a-cc6319fa9af2" providerId="ADAL" clId="{26B638CB-BFBA-4B31-945E-94612E493A11}" dt="2023-01-31T06:54:47.207" v="111" actId="1076"/>
          <ac:cxnSpMkLst>
            <pc:docMk/>
            <pc:sldMk cId="2042325779" sldId="451"/>
            <ac:cxnSpMk id="7" creationId="{25102BE4-6B97-45AB-9CB7-245D1AB93FF3}"/>
          </ac:cxnSpMkLst>
        </pc:cxnChg>
        <pc:cxnChg chg="mod">
          <ac:chgData name="Mcmahon, Mary" userId="b2f98df8-641f-4ad3-867a-cc6319fa9af2" providerId="ADAL" clId="{26B638CB-BFBA-4B31-945E-94612E493A11}" dt="2023-01-31T06:54:50.743" v="112" actId="1076"/>
          <ac:cxnSpMkLst>
            <pc:docMk/>
            <pc:sldMk cId="2042325779" sldId="451"/>
            <ac:cxnSpMk id="9" creationId="{9F49AC87-398A-494A-B135-A257CA6837DC}"/>
          </ac:cxnSpMkLst>
        </pc:cxnChg>
        <pc:cxnChg chg="mod">
          <ac:chgData name="Mcmahon, Mary" userId="b2f98df8-641f-4ad3-867a-cc6319fa9af2" providerId="ADAL" clId="{26B638CB-BFBA-4B31-945E-94612E493A11}" dt="2023-01-31T06:54:09.743" v="104" actId="1076"/>
          <ac:cxnSpMkLst>
            <pc:docMk/>
            <pc:sldMk cId="2042325779" sldId="451"/>
            <ac:cxnSpMk id="11" creationId="{AD10EE5B-326A-406A-839C-5B8B01B415B5}"/>
          </ac:cxnSpMkLst>
        </pc:cxnChg>
        <pc:cxnChg chg="del">
          <ac:chgData name="Mcmahon, Mary" userId="b2f98df8-641f-4ad3-867a-cc6319fa9af2" providerId="ADAL" clId="{26B638CB-BFBA-4B31-945E-94612E493A11}" dt="2023-01-31T06:49:08.445" v="57" actId="478"/>
          <ac:cxnSpMkLst>
            <pc:docMk/>
            <pc:sldMk cId="2042325779" sldId="451"/>
            <ac:cxnSpMk id="13" creationId="{35FA4C22-EEF2-4683-BE87-81EABEF2E080}"/>
          </ac:cxnSpMkLst>
        </pc:cxnChg>
        <pc:cxnChg chg="mod">
          <ac:chgData name="Mcmahon, Mary" userId="b2f98df8-641f-4ad3-867a-cc6319fa9af2" providerId="ADAL" clId="{26B638CB-BFBA-4B31-945E-94612E493A11}" dt="2023-01-31T06:54:31.854" v="109" actId="1076"/>
          <ac:cxnSpMkLst>
            <pc:docMk/>
            <pc:sldMk cId="2042325779" sldId="451"/>
            <ac:cxnSpMk id="17" creationId="{302EB319-CDD3-4ED2-80A5-021DCA78BE21}"/>
          </ac:cxnSpMkLst>
        </pc:cxnChg>
      </pc:sldChg>
      <pc:sldChg chg="addSp delSp modSp mod">
        <pc:chgData name="Mcmahon, Mary" userId="b2f98df8-641f-4ad3-867a-cc6319fa9af2" providerId="ADAL" clId="{26B638CB-BFBA-4B31-945E-94612E493A11}" dt="2023-01-31T06:45:49.158" v="34" actId="478"/>
        <pc:sldMkLst>
          <pc:docMk/>
          <pc:sldMk cId="4031128153" sldId="697"/>
        </pc:sldMkLst>
        <pc:spChg chg="add del mod ord">
          <ac:chgData name="Mcmahon, Mary" userId="b2f98df8-641f-4ad3-867a-cc6319fa9af2" providerId="ADAL" clId="{26B638CB-BFBA-4B31-945E-94612E493A11}" dt="2023-01-31T06:45:49.158" v="34" actId="478"/>
          <ac:spMkLst>
            <pc:docMk/>
            <pc:sldMk cId="4031128153" sldId="697"/>
            <ac:spMk id="2" creationId="{3AA10ACB-5335-0034-F573-EA267FBECC38}"/>
          </ac:spMkLst>
        </pc:spChg>
        <pc:spChg chg="mod">
          <ac:chgData name="Mcmahon, Mary" userId="b2f98df8-641f-4ad3-867a-cc6319fa9af2" providerId="ADAL" clId="{26B638CB-BFBA-4B31-945E-94612E493A11}" dt="2023-01-31T06:41:16.644" v="16" actId="1076"/>
          <ac:spMkLst>
            <pc:docMk/>
            <pc:sldMk cId="4031128153" sldId="697"/>
            <ac:spMk id="11" creationId="{32029D56-3266-610F-196C-3EA6A8CFE3AF}"/>
          </ac:spMkLst>
        </pc:spChg>
        <pc:spChg chg="mod">
          <ac:chgData name="Mcmahon, Mary" userId="b2f98df8-641f-4ad3-867a-cc6319fa9af2" providerId="ADAL" clId="{26B638CB-BFBA-4B31-945E-94612E493A11}" dt="2023-01-31T06:41:28.272" v="19" actId="1076"/>
          <ac:spMkLst>
            <pc:docMk/>
            <pc:sldMk cId="4031128153" sldId="697"/>
            <ac:spMk id="15" creationId="{EB8A017F-6029-FD15-F371-5750C11D2D16}"/>
          </ac:spMkLst>
        </pc:spChg>
        <pc:spChg chg="mod">
          <ac:chgData name="Mcmahon, Mary" userId="b2f98df8-641f-4ad3-867a-cc6319fa9af2" providerId="ADAL" clId="{26B638CB-BFBA-4B31-945E-94612E493A11}" dt="2023-01-31T06:41:39.428" v="22" actId="1076"/>
          <ac:spMkLst>
            <pc:docMk/>
            <pc:sldMk cId="4031128153" sldId="697"/>
            <ac:spMk id="16" creationId="{013B8E61-C26E-05A2-6174-C289D488CC8D}"/>
          </ac:spMkLst>
        </pc:spChg>
      </pc:sldChg>
      <pc:sldChg chg="addSp modSp mod">
        <pc:chgData name="Mcmahon, Mary" userId="b2f98df8-641f-4ad3-867a-cc6319fa9af2" providerId="ADAL" clId="{26B638CB-BFBA-4B31-945E-94612E493A11}" dt="2023-01-31T06:47:19.494" v="43" actId="1076"/>
        <pc:sldMkLst>
          <pc:docMk/>
          <pc:sldMk cId="646255691" sldId="700"/>
        </pc:sldMkLst>
        <pc:spChg chg="add mod ord">
          <ac:chgData name="Mcmahon, Mary" userId="b2f98df8-641f-4ad3-867a-cc6319fa9af2" providerId="ADAL" clId="{26B638CB-BFBA-4B31-945E-94612E493A11}" dt="2023-01-31T06:47:19.494" v="43" actId="1076"/>
          <ac:spMkLst>
            <pc:docMk/>
            <pc:sldMk cId="646255691" sldId="700"/>
            <ac:spMk id="2" creationId="{058557AA-A103-89E9-D37D-3A050E11CFE6}"/>
          </ac:spMkLst>
        </pc:spChg>
        <pc:spChg chg="mod">
          <ac:chgData name="Mcmahon, Mary" userId="b2f98df8-641f-4ad3-867a-cc6319fa9af2" providerId="ADAL" clId="{26B638CB-BFBA-4B31-945E-94612E493A11}" dt="2023-01-31T06:46:32.085" v="37" actId="1076"/>
          <ac:spMkLst>
            <pc:docMk/>
            <pc:sldMk cId="646255691" sldId="700"/>
            <ac:spMk id="5" creationId="{D51C6515-F0F3-B412-14ED-A6E88B07E7BA}"/>
          </ac:spMkLst>
        </pc:spChg>
        <pc:picChg chg="mod">
          <ac:chgData name="Mcmahon, Mary" userId="b2f98df8-641f-4ad3-867a-cc6319fa9af2" providerId="ADAL" clId="{26B638CB-BFBA-4B31-945E-94612E493A11}" dt="2023-01-31T06:47:19.494" v="43" actId="1076"/>
          <ac:picMkLst>
            <pc:docMk/>
            <pc:sldMk cId="646255691" sldId="700"/>
            <ac:picMk id="4" creationId="{89A6A754-6135-F4D0-71AF-CB528A68DDA2}"/>
          </ac:picMkLst>
        </pc:picChg>
      </pc:sldChg>
      <pc:sldChg chg="modSp add mod ord">
        <pc:chgData name="Mcmahon, Mary" userId="b2f98df8-641f-4ad3-867a-cc6319fa9af2" providerId="ADAL" clId="{26B638CB-BFBA-4B31-945E-94612E493A11}" dt="2023-01-31T06:55:23.965" v="128" actId="20577"/>
        <pc:sldMkLst>
          <pc:docMk/>
          <pc:sldMk cId="564143321" sldId="703"/>
        </pc:sldMkLst>
        <pc:spChg chg="mod">
          <ac:chgData name="Mcmahon, Mary" userId="b2f98df8-641f-4ad3-867a-cc6319fa9af2" providerId="ADAL" clId="{26B638CB-BFBA-4B31-945E-94612E493A11}" dt="2023-01-31T06:55:23.965" v="128" actId="20577"/>
          <ac:spMkLst>
            <pc:docMk/>
            <pc:sldMk cId="564143321" sldId="703"/>
            <ac:spMk id="2" creationId="{00000000-0000-0000-0000-000000000000}"/>
          </ac:spMkLst>
        </pc:spChg>
      </pc:sldChg>
    </pc:docChg>
  </pc:docChgLst>
  <pc:docChgLst>
    <pc:chgData name="Donnelly, Damien" userId="da065f98-a655-44ed-a475-d7a3888fc3d5" providerId="ADAL" clId="{D50D574A-5BCC-44EB-A2A2-2E79C2E35A1F}"/>
    <pc:docChg chg="modSld">
      <pc:chgData name="Donnelly, Damien" userId="da065f98-a655-44ed-a475-d7a3888fc3d5" providerId="ADAL" clId="{D50D574A-5BCC-44EB-A2A2-2E79C2E35A1F}" dt="2023-02-08T11:51:35.504" v="562" actId="20577"/>
      <pc:docMkLst>
        <pc:docMk/>
      </pc:docMkLst>
      <pc:sldChg chg="modNotesTx">
        <pc:chgData name="Donnelly, Damien" userId="da065f98-a655-44ed-a475-d7a3888fc3d5" providerId="ADAL" clId="{D50D574A-5BCC-44EB-A2A2-2E79C2E35A1F}" dt="2023-02-08T11:51:35.504" v="562" actId="20577"/>
        <pc:sldMkLst>
          <pc:docMk/>
          <pc:sldMk cId="1097592130" sldId="282"/>
        </pc:sldMkLst>
      </pc:sldChg>
    </pc:docChg>
  </pc:docChgLst>
  <pc:docChgLst>
    <pc:chgData name="Orlowska, Joanna" userId="1225f8e6-288b-4e31-88a6-27543eadaa42" providerId="ADAL" clId="{D5C6AA0B-B353-FD40-B4BF-7754B4FF531C}"/>
    <pc:docChg chg="undo custSel modSld">
      <pc:chgData name="Orlowska, Joanna" userId="1225f8e6-288b-4e31-88a6-27543eadaa42" providerId="ADAL" clId="{D5C6AA0B-B353-FD40-B4BF-7754B4FF531C}" dt="2023-01-30T16:57:43.447" v="2857" actId="1076"/>
      <pc:docMkLst>
        <pc:docMk/>
      </pc:docMkLst>
      <pc:sldChg chg="addSp modSp mod">
        <pc:chgData name="Orlowska, Joanna" userId="1225f8e6-288b-4e31-88a6-27543eadaa42" providerId="ADAL" clId="{D5C6AA0B-B353-FD40-B4BF-7754B4FF531C}" dt="2023-01-30T16:57:43.447" v="2857" actId="1076"/>
        <pc:sldMkLst>
          <pc:docMk/>
          <pc:sldMk cId="2042325779" sldId="451"/>
        </pc:sldMkLst>
        <pc:spChg chg="add mod">
          <ac:chgData name="Orlowska, Joanna" userId="1225f8e6-288b-4e31-88a6-27543eadaa42" providerId="ADAL" clId="{D5C6AA0B-B353-FD40-B4BF-7754B4FF531C}" dt="2023-01-30T16:57:06.698" v="2843" actId="1076"/>
          <ac:spMkLst>
            <pc:docMk/>
            <pc:sldMk cId="2042325779" sldId="451"/>
            <ac:spMk id="4" creationId="{8B441229-DE06-4067-CF04-082EA85F56F0}"/>
          </ac:spMkLst>
        </pc:spChg>
        <pc:spChg chg="add mod">
          <ac:chgData name="Orlowska, Joanna" userId="1225f8e6-288b-4e31-88a6-27543eadaa42" providerId="ADAL" clId="{D5C6AA0B-B353-FD40-B4BF-7754B4FF531C}" dt="2023-01-30T16:57:40.409" v="2856" actId="20577"/>
          <ac:spMkLst>
            <pc:docMk/>
            <pc:sldMk cId="2042325779" sldId="451"/>
            <ac:spMk id="6" creationId="{3ABE5278-56C2-B4D7-3681-73EB73E66DFC}"/>
          </ac:spMkLst>
        </pc:spChg>
        <pc:spChg chg="add mod">
          <ac:chgData name="Orlowska, Joanna" userId="1225f8e6-288b-4e31-88a6-27543eadaa42" providerId="ADAL" clId="{D5C6AA0B-B353-FD40-B4BF-7754B4FF531C}" dt="2023-01-30T16:56:55.018" v="2839" actId="14100"/>
          <ac:spMkLst>
            <pc:docMk/>
            <pc:sldMk cId="2042325779" sldId="451"/>
            <ac:spMk id="8" creationId="{AC5772F3-0A48-2EB9-62EE-C87E65823849}"/>
          </ac:spMkLst>
        </pc:spChg>
        <pc:cxnChg chg="mod">
          <ac:chgData name="Orlowska, Joanna" userId="1225f8e6-288b-4e31-88a6-27543eadaa42" providerId="ADAL" clId="{D5C6AA0B-B353-FD40-B4BF-7754B4FF531C}" dt="2023-01-30T16:57:43.447" v="2857" actId="1076"/>
          <ac:cxnSpMkLst>
            <pc:docMk/>
            <pc:sldMk cId="2042325779" sldId="451"/>
            <ac:cxnSpMk id="7" creationId="{25102BE4-6B97-45AB-9CB7-245D1AB93FF3}"/>
          </ac:cxnSpMkLst>
        </pc:cxnChg>
      </pc:sldChg>
      <pc:sldChg chg="modNotesTx">
        <pc:chgData name="Orlowska, Joanna" userId="1225f8e6-288b-4e31-88a6-27543eadaa42" providerId="ADAL" clId="{D5C6AA0B-B353-FD40-B4BF-7754B4FF531C}" dt="2023-01-30T16:52:27.113" v="2359" actId="20577"/>
        <pc:sldMkLst>
          <pc:docMk/>
          <pc:sldMk cId="1383601199" sldId="500"/>
        </pc:sldMkLst>
      </pc:sldChg>
      <pc:sldChg chg="modNotesTx">
        <pc:chgData name="Orlowska, Joanna" userId="1225f8e6-288b-4e31-88a6-27543eadaa42" providerId="ADAL" clId="{D5C6AA0B-B353-FD40-B4BF-7754B4FF531C}" dt="2023-01-30T16:45:17.998" v="1152" actId="20577"/>
        <pc:sldMkLst>
          <pc:docMk/>
          <pc:sldMk cId="2735552223" sldId="501"/>
        </pc:sldMkLst>
      </pc:sldChg>
      <pc:sldChg chg="modSp mod modNotesTx">
        <pc:chgData name="Orlowska, Joanna" userId="1225f8e6-288b-4e31-88a6-27543eadaa42" providerId="ADAL" clId="{D5C6AA0B-B353-FD40-B4BF-7754B4FF531C}" dt="2023-01-30T16:44:11.400" v="974" actId="20577"/>
        <pc:sldMkLst>
          <pc:docMk/>
          <pc:sldMk cId="3001511397" sldId="502"/>
        </pc:sldMkLst>
        <pc:spChg chg="mod">
          <ac:chgData name="Orlowska, Joanna" userId="1225f8e6-288b-4e31-88a6-27543eadaa42" providerId="ADAL" clId="{D5C6AA0B-B353-FD40-B4BF-7754B4FF531C}" dt="2023-01-30T16:42:20.904" v="633" actId="115"/>
          <ac:spMkLst>
            <pc:docMk/>
            <pc:sldMk cId="3001511397" sldId="502"/>
            <ac:spMk id="4" creationId="{BEBD1E4C-A3ED-4E2E-86B2-B46E975F1627}"/>
          </ac:spMkLst>
        </pc:spChg>
      </pc:sldChg>
      <pc:sldChg chg="modNotesTx">
        <pc:chgData name="Orlowska, Joanna" userId="1225f8e6-288b-4e31-88a6-27543eadaa42" providerId="ADAL" clId="{D5C6AA0B-B353-FD40-B4BF-7754B4FF531C}" dt="2023-01-30T14:59:31.878" v="187" actId="20577"/>
        <pc:sldMkLst>
          <pc:docMk/>
          <pc:sldMk cId="1676729652" sldId="503"/>
        </pc:sldMkLst>
      </pc:sldChg>
    </pc:docChg>
  </pc:docChgLst>
  <pc:docChgLst>
    <pc:chgData name="Mcmahon, Mary" userId="S::a673420@im.fmrco.com::b2f98df8-641f-4ad3-867a-cc6319fa9af2" providerId="AD" clId="Web-{0D632513-9C5E-9C1E-B688-F356465EC7E9}"/>
    <pc:docChg chg="modSld">
      <pc:chgData name="Mcmahon, Mary" userId="S::a673420@im.fmrco.com::b2f98df8-641f-4ad3-867a-cc6319fa9af2" providerId="AD" clId="Web-{0D632513-9C5E-9C1E-B688-F356465EC7E9}" dt="2023-08-03T07:42:07.255" v="1" actId="14100"/>
      <pc:docMkLst>
        <pc:docMk/>
      </pc:docMkLst>
      <pc:sldChg chg="modSp">
        <pc:chgData name="Mcmahon, Mary" userId="S::a673420@im.fmrco.com::b2f98df8-641f-4ad3-867a-cc6319fa9af2" providerId="AD" clId="Web-{0D632513-9C5E-9C1E-B688-F356465EC7E9}" dt="2023-08-03T07:42:07.255" v="1" actId="14100"/>
        <pc:sldMkLst>
          <pc:docMk/>
          <pc:sldMk cId="646255691" sldId="700"/>
        </pc:sldMkLst>
        <pc:picChg chg="mod">
          <ac:chgData name="Mcmahon, Mary" userId="S::a673420@im.fmrco.com::b2f98df8-641f-4ad3-867a-cc6319fa9af2" providerId="AD" clId="Web-{0D632513-9C5E-9C1E-B688-F356465EC7E9}" dt="2023-08-03T07:42:07.255" v="1" actId="14100"/>
          <ac:picMkLst>
            <pc:docMk/>
            <pc:sldMk cId="646255691" sldId="700"/>
            <ac:picMk id="4" creationId="{89A6A754-6135-F4D0-71AF-CB528A68DDA2}"/>
          </ac:picMkLst>
        </pc:picChg>
      </pc:sldChg>
    </pc:docChg>
  </pc:docChgLst>
  <pc:docChgLst>
    <pc:chgData name="Mcmahon, Mary" userId="b2f98df8-641f-4ad3-867a-cc6319fa9af2" providerId="ADAL" clId="{DB6979D9-C4E1-4342-AA68-3840485BF0E3}"/>
    <pc:docChg chg="modSld">
      <pc:chgData name="Mcmahon, Mary" userId="b2f98df8-641f-4ad3-867a-cc6319fa9af2" providerId="ADAL" clId="{DB6979D9-C4E1-4342-AA68-3840485BF0E3}" dt="2023-08-05T11:56:43.449" v="66" actId="1076"/>
      <pc:docMkLst>
        <pc:docMk/>
      </pc:docMkLst>
      <pc:sldChg chg="addSp delSp modSp mod">
        <pc:chgData name="Mcmahon, Mary" userId="b2f98df8-641f-4ad3-867a-cc6319fa9af2" providerId="ADAL" clId="{DB6979D9-C4E1-4342-AA68-3840485BF0E3}" dt="2023-08-05T11:56:43.449" v="66" actId="1076"/>
        <pc:sldMkLst>
          <pc:docMk/>
          <pc:sldMk cId="646255691" sldId="700"/>
        </pc:sldMkLst>
        <pc:spChg chg="add mod">
          <ac:chgData name="Mcmahon, Mary" userId="b2f98df8-641f-4ad3-867a-cc6319fa9af2" providerId="ADAL" clId="{DB6979D9-C4E1-4342-AA68-3840485BF0E3}" dt="2023-08-05T11:54:43.791" v="49" actId="1076"/>
          <ac:spMkLst>
            <pc:docMk/>
            <pc:sldMk cId="646255691" sldId="700"/>
            <ac:spMk id="3" creationId="{F9ABA51D-D18E-C2CD-1E33-61E702E7F5FB}"/>
          </ac:spMkLst>
        </pc:spChg>
        <pc:spChg chg="mod">
          <ac:chgData name="Mcmahon, Mary" userId="b2f98df8-641f-4ad3-867a-cc6319fa9af2" providerId="ADAL" clId="{DB6979D9-C4E1-4342-AA68-3840485BF0E3}" dt="2023-08-05T11:04:25.724" v="0" actId="21"/>
          <ac:spMkLst>
            <pc:docMk/>
            <pc:sldMk cId="646255691" sldId="700"/>
            <ac:spMk id="5" creationId="{D51C6515-F0F3-B412-14ED-A6E88B07E7BA}"/>
          </ac:spMkLst>
        </pc:spChg>
        <pc:spChg chg="add mod">
          <ac:chgData name="Mcmahon, Mary" userId="b2f98df8-641f-4ad3-867a-cc6319fa9af2" providerId="ADAL" clId="{DB6979D9-C4E1-4342-AA68-3840485BF0E3}" dt="2023-08-05T11:50:10.824" v="29" actId="1076"/>
          <ac:spMkLst>
            <pc:docMk/>
            <pc:sldMk cId="646255691" sldId="700"/>
            <ac:spMk id="6" creationId="{95E97348-D2BE-6F08-3ED4-EE9DD0413C60}"/>
          </ac:spMkLst>
        </pc:spChg>
        <pc:spChg chg="add mod ord">
          <ac:chgData name="Mcmahon, Mary" userId="b2f98df8-641f-4ad3-867a-cc6319fa9af2" providerId="ADAL" clId="{DB6979D9-C4E1-4342-AA68-3840485BF0E3}" dt="2023-08-05T11:50:31.596" v="32" actId="167"/>
          <ac:spMkLst>
            <pc:docMk/>
            <pc:sldMk cId="646255691" sldId="700"/>
            <ac:spMk id="7" creationId="{A3F4FCD1-EDB1-DAEE-BBD8-CD5366F827F3}"/>
          </ac:spMkLst>
        </pc:spChg>
        <pc:spChg chg="add mod">
          <ac:chgData name="Mcmahon, Mary" userId="b2f98df8-641f-4ad3-867a-cc6319fa9af2" providerId="ADAL" clId="{DB6979D9-C4E1-4342-AA68-3840485BF0E3}" dt="2023-08-05T11:56:42.148" v="65" actId="1076"/>
          <ac:spMkLst>
            <pc:docMk/>
            <pc:sldMk cId="646255691" sldId="700"/>
            <ac:spMk id="8" creationId="{F0830AC1-6A97-FA9E-E4FD-0ACB397BBE89}"/>
          </ac:spMkLst>
        </pc:spChg>
        <pc:spChg chg="add mod ord">
          <ac:chgData name="Mcmahon, Mary" userId="b2f98df8-641f-4ad3-867a-cc6319fa9af2" providerId="ADAL" clId="{DB6979D9-C4E1-4342-AA68-3840485BF0E3}" dt="2023-08-05T11:56:38.371" v="64" actId="1076"/>
          <ac:spMkLst>
            <pc:docMk/>
            <pc:sldMk cId="646255691" sldId="700"/>
            <ac:spMk id="9" creationId="{1F590164-A580-ECC7-E6EC-FDBFDF811636}"/>
          </ac:spMkLst>
        </pc:spChg>
        <pc:spChg chg="add mod">
          <ac:chgData name="Mcmahon, Mary" userId="b2f98df8-641f-4ad3-867a-cc6319fa9af2" providerId="ADAL" clId="{DB6979D9-C4E1-4342-AA68-3840485BF0E3}" dt="2023-08-05T11:55:48.002" v="59" actId="1076"/>
          <ac:spMkLst>
            <pc:docMk/>
            <pc:sldMk cId="646255691" sldId="700"/>
            <ac:spMk id="10" creationId="{70970706-0AD8-F15E-93BB-04B469869EDA}"/>
          </ac:spMkLst>
        </pc:spChg>
        <pc:spChg chg="add mod ord">
          <ac:chgData name="Mcmahon, Mary" userId="b2f98df8-641f-4ad3-867a-cc6319fa9af2" providerId="ADAL" clId="{DB6979D9-C4E1-4342-AA68-3840485BF0E3}" dt="2023-08-05T11:56:32.506" v="63" actId="167"/>
          <ac:spMkLst>
            <pc:docMk/>
            <pc:sldMk cId="646255691" sldId="700"/>
            <ac:spMk id="11" creationId="{28D521AB-2295-4BF2-C74B-02B4390B1BB9}"/>
          </ac:spMkLst>
        </pc:spChg>
        <pc:picChg chg="add mod">
          <ac:chgData name="Mcmahon, Mary" userId="b2f98df8-641f-4ad3-867a-cc6319fa9af2" providerId="ADAL" clId="{DB6979D9-C4E1-4342-AA68-3840485BF0E3}" dt="2023-08-05T11:06:21.079" v="18" actId="1076"/>
          <ac:picMkLst>
            <pc:docMk/>
            <pc:sldMk cId="646255691" sldId="700"/>
            <ac:picMk id="1026" creationId="{63B92343-E6FF-936E-8FCB-766E81E74027}"/>
          </ac:picMkLst>
        </pc:picChg>
        <pc:picChg chg="add mod">
          <ac:chgData name="Mcmahon, Mary" userId="b2f98df8-641f-4ad3-867a-cc6319fa9af2" providerId="ADAL" clId="{DB6979D9-C4E1-4342-AA68-3840485BF0E3}" dt="2023-08-05T11:56:43.449" v="66" actId="1076"/>
          <ac:picMkLst>
            <pc:docMk/>
            <pc:sldMk cId="646255691" sldId="700"/>
            <ac:picMk id="1028" creationId="{E607EBDF-A68A-5DAC-7CF3-E398F064E75B}"/>
          </ac:picMkLst>
        </pc:picChg>
        <pc:picChg chg="add del">
          <ac:chgData name="Mcmahon, Mary" userId="b2f98df8-641f-4ad3-867a-cc6319fa9af2" providerId="ADAL" clId="{DB6979D9-C4E1-4342-AA68-3840485BF0E3}" dt="2023-08-05T11:51:37.832" v="37"/>
          <ac:picMkLst>
            <pc:docMk/>
            <pc:sldMk cId="646255691" sldId="700"/>
            <ac:picMk id="1030" creationId="{87FFE684-14B8-2BA2-B09B-C1BAE1FA843C}"/>
          </ac:picMkLst>
        </pc:picChg>
        <pc:picChg chg="add mod">
          <ac:chgData name="Mcmahon, Mary" userId="b2f98df8-641f-4ad3-867a-cc6319fa9af2" providerId="ADAL" clId="{DB6979D9-C4E1-4342-AA68-3840485BF0E3}" dt="2023-08-05T11:55:50.002" v="60" actId="14100"/>
          <ac:picMkLst>
            <pc:docMk/>
            <pc:sldMk cId="646255691" sldId="700"/>
            <ac:picMk id="1032" creationId="{F1D7532A-9EB6-5F99-54A5-AAE45D7A00E4}"/>
          </ac:picMkLst>
        </pc:picChg>
      </pc:sldChg>
    </pc:docChg>
  </pc:docChgLst>
  <pc:docChgLst>
    <pc:chgData name="Mcmahon, Mary" userId="S::a673420@fmr.com::b2f98df8-641f-4ad3-867a-cc6319fa9af2" providerId="AD" clId="Web-{986DE173-FF24-1511-B421-61458A20C410}"/>
    <pc:docChg chg="modSld">
      <pc:chgData name="Mcmahon, Mary" userId="S::a673420@fmr.com::b2f98df8-641f-4ad3-867a-cc6319fa9af2" providerId="AD" clId="Web-{986DE173-FF24-1511-B421-61458A20C410}" dt="2023-02-08T19:15:29.149" v="15" actId="1076"/>
      <pc:docMkLst>
        <pc:docMk/>
      </pc:docMkLst>
      <pc:sldChg chg="modSp">
        <pc:chgData name="Mcmahon, Mary" userId="S::a673420@fmr.com::b2f98df8-641f-4ad3-867a-cc6319fa9af2" providerId="AD" clId="Web-{986DE173-FF24-1511-B421-61458A20C410}" dt="2023-02-08T19:15:29.149" v="15" actId="1076"/>
        <pc:sldMkLst>
          <pc:docMk/>
          <pc:sldMk cId="1383601199" sldId="500"/>
        </pc:sldMkLst>
        <pc:spChg chg="mod">
          <ac:chgData name="Mcmahon, Mary" userId="S::a673420@fmr.com::b2f98df8-641f-4ad3-867a-cc6319fa9af2" providerId="AD" clId="Web-{986DE173-FF24-1511-B421-61458A20C410}" dt="2023-02-08T19:15:13.258" v="12" actId="20577"/>
          <ac:spMkLst>
            <pc:docMk/>
            <pc:sldMk cId="1383601199" sldId="500"/>
            <ac:spMk id="92" creationId="{286F977A-C363-96C5-3C1D-B09958018C4E}"/>
          </ac:spMkLst>
        </pc:spChg>
        <pc:spChg chg="mod">
          <ac:chgData name="Mcmahon, Mary" userId="S::a673420@fmr.com::b2f98df8-641f-4ad3-867a-cc6319fa9af2" providerId="AD" clId="Web-{986DE173-FF24-1511-B421-61458A20C410}" dt="2023-02-08T19:14:55.898" v="9" actId="20577"/>
          <ac:spMkLst>
            <pc:docMk/>
            <pc:sldMk cId="1383601199" sldId="500"/>
            <ac:spMk id="109" creationId="{0D459755-CE80-56BD-A59C-E4E4BA655683}"/>
          </ac:spMkLst>
        </pc:spChg>
        <pc:spChg chg="mod">
          <ac:chgData name="Mcmahon, Mary" userId="S::a673420@fmr.com::b2f98df8-641f-4ad3-867a-cc6319fa9af2" providerId="AD" clId="Web-{986DE173-FF24-1511-B421-61458A20C410}" dt="2023-02-08T19:15:25.977" v="13" actId="1076"/>
          <ac:spMkLst>
            <pc:docMk/>
            <pc:sldMk cId="1383601199" sldId="500"/>
            <ac:spMk id="113" creationId="{4A64DBCB-FCF7-DC93-5929-C849E2C4E556}"/>
          </ac:spMkLst>
        </pc:spChg>
        <pc:spChg chg="mod">
          <ac:chgData name="Mcmahon, Mary" userId="S::a673420@fmr.com::b2f98df8-641f-4ad3-867a-cc6319fa9af2" providerId="AD" clId="Web-{986DE173-FF24-1511-B421-61458A20C410}" dt="2023-02-08T19:15:27.524" v="14" actId="1076"/>
          <ac:spMkLst>
            <pc:docMk/>
            <pc:sldMk cId="1383601199" sldId="500"/>
            <ac:spMk id="121" creationId="{618F260F-C93B-D620-E133-ACF7B4C6D373}"/>
          </ac:spMkLst>
        </pc:spChg>
        <pc:spChg chg="mod">
          <ac:chgData name="Mcmahon, Mary" userId="S::a673420@fmr.com::b2f98df8-641f-4ad3-867a-cc6319fa9af2" providerId="AD" clId="Web-{986DE173-FF24-1511-B421-61458A20C410}" dt="2023-02-08T19:15:29.149" v="15" actId="1076"/>
          <ac:spMkLst>
            <pc:docMk/>
            <pc:sldMk cId="1383601199" sldId="500"/>
            <ac:spMk id="129" creationId="{D32CF535-03DE-7A26-24FA-FB6EF74CEE9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F19E27-2D89-49A1-AA74-339FE1BE0C1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a:extLst>
              <a:ext uri="{FF2B5EF4-FFF2-40B4-BE49-F238E27FC236}">
                <a16:creationId xmlns:a16="http://schemas.microsoft.com/office/drawing/2014/main" id="{0F2C27F5-4902-4D79-9A20-0B7AA3D1C6C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BB266E-7930-4D55-A3DA-02565A878872}" type="datetimeFigureOut">
              <a:rPr lang="en-IE" smtClean="0"/>
              <a:t>05/08/2023</a:t>
            </a:fld>
            <a:endParaRPr lang="en-IE"/>
          </a:p>
        </p:txBody>
      </p:sp>
      <p:sp>
        <p:nvSpPr>
          <p:cNvPr id="4" name="Footer Placeholder 3">
            <a:extLst>
              <a:ext uri="{FF2B5EF4-FFF2-40B4-BE49-F238E27FC236}">
                <a16:creationId xmlns:a16="http://schemas.microsoft.com/office/drawing/2014/main" id="{D8D5CE4A-1847-408D-9167-C037709AD5E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5" name="Slide Number Placeholder 4">
            <a:extLst>
              <a:ext uri="{FF2B5EF4-FFF2-40B4-BE49-F238E27FC236}">
                <a16:creationId xmlns:a16="http://schemas.microsoft.com/office/drawing/2014/main" id="{02566E0A-375E-4B07-AB98-FD5FCE436E3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1FEE74-EB52-445A-8722-012B6C33ABEF}" type="slidenum">
              <a:rPr lang="en-IE" smtClean="0"/>
              <a:t>‹#›</a:t>
            </a:fld>
            <a:endParaRPr lang="en-IE"/>
          </a:p>
        </p:txBody>
      </p:sp>
    </p:spTree>
    <p:extLst>
      <p:ext uri="{BB962C8B-B14F-4D97-AF65-F5344CB8AC3E}">
        <p14:creationId xmlns:p14="http://schemas.microsoft.com/office/powerpoint/2010/main" val="37461087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E12FE3-6EFA-4F1C-B9DB-FB8C4B27969F}" type="datetimeFigureOut">
              <a:rPr lang="en-IE" smtClean="0"/>
              <a:t>05/08/2023</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5E5F86-7E7B-4663-82DB-FA19EFE9D0F8}" type="slidenum">
              <a:rPr lang="en-IE" smtClean="0"/>
              <a:t>‹#›</a:t>
            </a:fld>
            <a:endParaRPr lang="en-IE"/>
          </a:p>
        </p:txBody>
      </p:sp>
    </p:spTree>
    <p:extLst>
      <p:ext uri="{BB962C8B-B14F-4D97-AF65-F5344CB8AC3E}">
        <p14:creationId xmlns:p14="http://schemas.microsoft.com/office/powerpoint/2010/main" val="288938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haveibeenpwned.com/"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haveibeenpwned.com/"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855E5F86-7E7B-4663-82DB-FA19EFE9D0F8}" type="slidenum">
              <a:rPr lang="en-IE" smtClean="0"/>
              <a:t>1</a:t>
            </a:fld>
            <a:endParaRPr lang="en-IE"/>
          </a:p>
        </p:txBody>
      </p:sp>
    </p:spTree>
    <p:extLst>
      <p:ext uri="{BB962C8B-B14F-4D97-AF65-F5344CB8AC3E}">
        <p14:creationId xmlns:p14="http://schemas.microsoft.com/office/powerpoint/2010/main" val="22245671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a:t>We are now going to kick off our conversation by discussing Breaches.    </a:t>
            </a:r>
            <a:endParaRPr lang="en-US"/>
          </a:p>
          <a:p>
            <a:endParaRPr lang="en-IE"/>
          </a:p>
        </p:txBody>
      </p:sp>
      <p:sp>
        <p:nvSpPr>
          <p:cNvPr id="4" name="Slide Number Placeholder 3"/>
          <p:cNvSpPr>
            <a:spLocks noGrp="1"/>
          </p:cNvSpPr>
          <p:nvPr>
            <p:ph type="sldNum" sz="quarter" idx="5"/>
          </p:nvPr>
        </p:nvSpPr>
        <p:spPr/>
        <p:txBody>
          <a:bodyPr/>
          <a:lstStyle/>
          <a:p>
            <a:fld id="{855E5F86-7E7B-4663-82DB-FA19EFE9D0F8}" type="slidenum">
              <a:rPr lang="en-IE" smtClean="0"/>
              <a:t>2</a:t>
            </a:fld>
            <a:endParaRPr lang="en-IE"/>
          </a:p>
        </p:txBody>
      </p:sp>
    </p:spTree>
    <p:extLst>
      <p:ext uri="{BB962C8B-B14F-4D97-AF65-F5344CB8AC3E}">
        <p14:creationId xmlns:p14="http://schemas.microsoft.com/office/powerpoint/2010/main" val="6445936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Data breaches happen often, very often actually. A nice visualization of their increased </a:t>
            </a:r>
            <a:r>
              <a:rPr lang="en-US" err="1"/>
              <a:t>prevelence</a:t>
            </a:r>
            <a:r>
              <a:rPr lang="en-US"/>
              <a:t> and size can be seen here: https://</a:t>
            </a:r>
            <a:r>
              <a:rPr lang="en-US" err="1"/>
              <a:t>www.informationisbeautiful.net</a:t>
            </a:r>
            <a:r>
              <a:rPr lang="en-US"/>
              <a:t>/visualizations/worlds-biggest-data-breaches-hacks/ </a:t>
            </a:r>
          </a:p>
          <a:p>
            <a:endParaRPr lang="en-US"/>
          </a:p>
          <a:p>
            <a:endParaRPr lang="en-US"/>
          </a:p>
        </p:txBody>
      </p:sp>
      <p:sp>
        <p:nvSpPr>
          <p:cNvPr id="4" name="Slide Number Placeholder 3"/>
          <p:cNvSpPr>
            <a:spLocks noGrp="1"/>
          </p:cNvSpPr>
          <p:nvPr>
            <p:ph type="sldNum" sz="quarter" idx="5"/>
          </p:nvPr>
        </p:nvSpPr>
        <p:spPr/>
        <p:txBody>
          <a:bodyPr/>
          <a:lstStyle/>
          <a:p>
            <a:fld id="{855E5F86-7E7B-4663-82DB-FA19EFE9D0F8}" type="slidenum">
              <a:rPr lang="en-IE" smtClean="0"/>
              <a:t>3</a:t>
            </a:fld>
            <a:endParaRPr lang="en-IE"/>
          </a:p>
        </p:txBody>
      </p:sp>
    </p:spTree>
    <p:extLst>
      <p:ext uri="{BB962C8B-B14F-4D97-AF65-F5344CB8AC3E}">
        <p14:creationId xmlns:p14="http://schemas.microsoft.com/office/powerpoint/2010/main" val="39079813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You can check if your email address or password has been leaked as part of a data breach over at </a:t>
            </a:r>
            <a:r>
              <a:rPr lang="en-US" sz="1200" b="0" i="0" u="none" strike="noStrike" kern="1200" cap="none" spc="0" baseline="0">
                <a:uFillTx/>
                <a:latin typeface="Fidelity Sans" pitchFamily="34"/>
                <a:ea typeface="Calibri" pitchFamily="34"/>
                <a:hlinkClick r:id="rId3">
                  <a:extLst>
                    <a:ext uri="{A12FA001-AC4F-418D-AE19-62706E023703}">
                      <ahyp:hlinkClr xmlns:ahyp="http://schemas.microsoft.com/office/drawing/2018/hyperlinkcolor" val="tx"/>
                    </a:ext>
                  </a:extLst>
                </a:hlinkClick>
              </a:rPr>
              <a:t>https://haveibeenpwned.com/</a:t>
            </a:r>
            <a:r>
              <a:rPr lang="en-US" sz="1200" b="0" i="0" u="none" strike="noStrike" kern="1200" cap="none" spc="0" baseline="0">
                <a:uFillTx/>
                <a:latin typeface="Fidelity Sans" pitchFamily="34"/>
                <a:ea typeface="Calibri" pitchFamily="34"/>
              </a:rPr>
              <a:t>. </a:t>
            </a:r>
          </a:p>
          <a:p>
            <a:r>
              <a:rPr lang="en-US" sz="1200" b="0" i="0" u="none" strike="noStrike" kern="1200" cap="none" spc="0" baseline="0">
                <a:uFillTx/>
                <a:latin typeface="Fidelity Sans" pitchFamily="34"/>
              </a:rPr>
              <a:t>Another common way to learn your data was leaked is by being contacted directly by the services that experienced a breach, an example of which is seen in the screenshot above. Remember to always be cautions when receiving emails like this since while they </a:t>
            </a:r>
            <a:r>
              <a:rPr lang="en-US" sz="1200" b="0" i="1" u="none" strike="noStrike" kern="1200" cap="none" spc="0" baseline="0">
                <a:uFillTx/>
                <a:latin typeface="Fidelity Sans" pitchFamily="34"/>
              </a:rPr>
              <a:t>can</a:t>
            </a:r>
            <a:r>
              <a:rPr lang="en-US" sz="1200" b="0" i="0" u="none" strike="noStrike" kern="1200" cap="none" spc="0" baseline="0">
                <a:uFillTx/>
                <a:latin typeface="Fidelity Sans" pitchFamily="34"/>
              </a:rPr>
              <a:t> be legitimate, often times they’re actually phishing emails. The rule of thumb is to never click on any links – if a service says experienced a data breach, google it and if it’s legitimate it should show up as one of the first results since companies are obliged to disclose any leaks.</a:t>
            </a:r>
            <a:endParaRPr lang="en-US" b="0"/>
          </a:p>
        </p:txBody>
      </p:sp>
      <p:sp>
        <p:nvSpPr>
          <p:cNvPr id="4" name="Slide Number Placeholder 3"/>
          <p:cNvSpPr>
            <a:spLocks noGrp="1"/>
          </p:cNvSpPr>
          <p:nvPr>
            <p:ph type="sldNum" sz="quarter" idx="5"/>
          </p:nvPr>
        </p:nvSpPr>
        <p:spPr/>
        <p:txBody>
          <a:bodyPr/>
          <a:lstStyle/>
          <a:p>
            <a:fld id="{855E5F86-7E7B-4663-82DB-FA19EFE9D0F8}" type="slidenum">
              <a:rPr lang="en-IE" smtClean="0"/>
              <a:t>4</a:t>
            </a:fld>
            <a:endParaRPr lang="en-IE"/>
          </a:p>
        </p:txBody>
      </p:sp>
    </p:spTree>
    <p:extLst>
      <p:ext uri="{BB962C8B-B14F-4D97-AF65-F5344CB8AC3E}">
        <p14:creationId xmlns:p14="http://schemas.microsoft.com/office/powerpoint/2010/main" val="4280204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panose="020F0502020204030204"/>
              </a:rPr>
              <a:t>The screenshot here was taken from </a:t>
            </a:r>
            <a:r>
              <a:rPr lang="en-US" sz="1200" b="0" i="0" u="none" strike="noStrike" kern="1200" cap="none" spc="0" baseline="0">
                <a:uFillTx/>
                <a:latin typeface="Fidelity Sans" pitchFamily="34"/>
                <a:ea typeface="Calibri" pitchFamily="34"/>
                <a:hlinkClick r:id="rId3">
                  <a:extLst>
                    <a:ext uri="{A12FA001-AC4F-418D-AE19-62706E023703}">
                      <ahyp:hlinkClr xmlns:ahyp="http://schemas.microsoft.com/office/drawing/2018/hyperlinkcolor" val="tx"/>
                    </a:ext>
                  </a:extLst>
                </a:hlinkClick>
              </a:rPr>
              <a:t>https://haveibeenpwned.com/</a:t>
            </a:r>
            <a:r>
              <a:rPr lang="en-US" sz="1200" b="0">
                <a:latin typeface="Fidelity Sans" pitchFamily="34"/>
                <a:ea typeface="Calibri" pitchFamily="34"/>
              </a:rPr>
              <a:t> </a:t>
            </a:r>
            <a:r>
              <a:rPr lang="en-US">
                <a:cs typeface="Calibri" panose="020F0502020204030204"/>
              </a:rPr>
              <a:t> from one of the compromised services. If you find your own email being flagged, first thing to do is to stay </a:t>
            </a:r>
            <a:r>
              <a:rPr lang="en-US" err="1">
                <a:cs typeface="Calibri" panose="020F0502020204030204"/>
              </a:rPr>
              <a:t>caml</a:t>
            </a:r>
            <a:r>
              <a:rPr lang="en-US">
                <a:cs typeface="Calibri" panose="020F0502020204030204"/>
              </a:rPr>
              <a:t>.</a:t>
            </a:r>
          </a:p>
        </p:txBody>
      </p:sp>
      <p:sp>
        <p:nvSpPr>
          <p:cNvPr id="4" name="Slide Number Placeholder 3"/>
          <p:cNvSpPr>
            <a:spLocks noGrp="1"/>
          </p:cNvSpPr>
          <p:nvPr>
            <p:ph type="sldNum" sz="quarter" idx="10"/>
          </p:nvPr>
        </p:nvSpPr>
        <p:spPr/>
        <p:txBody>
          <a:bodyPr/>
          <a:lstStyle/>
          <a:p>
            <a:fld id="{D956B978-5561-43A9-995A-DAC25F8E4654}" type="slidenum">
              <a:rPr lang="en-US" smtClean="0"/>
              <a:pPr/>
              <a:t>5</a:t>
            </a:fld>
            <a:endParaRPr lang="en-US"/>
          </a:p>
        </p:txBody>
      </p:sp>
    </p:spTree>
    <p:extLst>
      <p:ext uri="{BB962C8B-B14F-4D97-AF65-F5344CB8AC3E}">
        <p14:creationId xmlns:p14="http://schemas.microsoft.com/office/powerpoint/2010/main" val="4099138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a:cs typeface="Calibri" panose="020F0502020204030204"/>
              </a:rPr>
              <a:t>Go to the website where your account was compromised, log in and immediately change your password. That will prevent anyone from logging in into this account further. Try thinking if you’ve used this email/password combination anywhere else, if you have, go to those accounts too and change the passwords.</a:t>
            </a:r>
          </a:p>
          <a:p>
            <a:pPr marL="228600" indent="-228600">
              <a:buAutoNum type="arabicPeriod"/>
            </a:pPr>
            <a:r>
              <a:rPr lang="en-US">
                <a:cs typeface="Calibri" panose="020F0502020204030204"/>
              </a:rPr>
              <a:t>Confirm exactly what information was disclosed, going back to point 1, if your username/email/password is now breached, go to those accounts and change your credentials. If it’s credit card details, make sure that the card is expired and if it’s not – freeze it.</a:t>
            </a:r>
          </a:p>
          <a:p>
            <a:pPr marL="228600" indent="-228600">
              <a:buAutoNum type="arabicPeriod"/>
            </a:pPr>
            <a:r>
              <a:rPr lang="en-US">
                <a:cs typeface="Calibri" panose="020F0502020204030204"/>
              </a:rPr>
              <a:t>Most accounts will allow you too see your usage history, check that you recognize the devices, locations, actions and times that the recent actions were performed for.</a:t>
            </a:r>
          </a:p>
          <a:p>
            <a:pPr marL="228600" indent="-228600">
              <a:buAutoNum type="arabicPeriod"/>
            </a:pPr>
            <a:r>
              <a:rPr lang="en-US">
                <a:cs typeface="Calibri" panose="020F0502020204030204"/>
              </a:rPr>
              <a:t>Enable multi-factor authentication – this is also called MFA or 2FA</a:t>
            </a:r>
          </a:p>
          <a:p>
            <a:pPr marL="228600" indent="-228600">
              <a:buAutoNum type="arabicPeriod"/>
            </a:pPr>
            <a:r>
              <a:rPr lang="en-US">
                <a:cs typeface="Calibri" panose="020F0502020204030204"/>
              </a:rPr>
              <a:t>If the account can perform money movement, temporarily freeze your account and make sure you’re able to get a new bank card if needed and that the login details to this account are updated.</a:t>
            </a:r>
          </a:p>
          <a:p>
            <a:pPr marL="228600" indent="-228600">
              <a:buAutoNum type="arabicPeriod"/>
            </a:pPr>
            <a:endParaRPr lang="en-US">
              <a:cs typeface="Calibri" panose="020F0502020204030204"/>
            </a:endParaRPr>
          </a:p>
          <a:p>
            <a:pPr marL="228600" indent="-228600">
              <a:buAutoNum type="arabicPeriod"/>
            </a:pPr>
            <a:endParaRPr lang="en-US">
              <a:cs typeface="Calibri" panose="020F0502020204030204"/>
            </a:endParaRPr>
          </a:p>
        </p:txBody>
      </p:sp>
      <p:sp>
        <p:nvSpPr>
          <p:cNvPr id="4" name="Slide Number Placeholder 3"/>
          <p:cNvSpPr>
            <a:spLocks noGrp="1"/>
          </p:cNvSpPr>
          <p:nvPr>
            <p:ph type="sldNum" sz="quarter" idx="10"/>
          </p:nvPr>
        </p:nvSpPr>
        <p:spPr/>
        <p:txBody>
          <a:bodyPr/>
          <a:lstStyle/>
          <a:p>
            <a:fld id="{D956B978-5561-43A9-995A-DAC25F8E4654}" type="slidenum">
              <a:rPr lang="en-US" smtClean="0"/>
              <a:pPr/>
              <a:t>6</a:t>
            </a:fld>
            <a:endParaRPr lang="en-US"/>
          </a:p>
        </p:txBody>
      </p:sp>
    </p:spTree>
    <p:extLst>
      <p:ext uri="{BB962C8B-B14F-4D97-AF65-F5344CB8AC3E}">
        <p14:creationId xmlns:p14="http://schemas.microsoft.com/office/powerpoint/2010/main" val="18981689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a:t>Text book type definition of Cybersecurity. Key phrase “ Protect against damage, loss or unauthorised access. “ By utilising Cybersecurity techniques an individual doesn’t make it easy for the Hacker/Attacker. They are no longer an easy target.    </a:t>
            </a:r>
            <a:endParaRPr lang="en-US"/>
          </a:p>
          <a:p>
            <a:endParaRPr lang="en-IE"/>
          </a:p>
        </p:txBody>
      </p:sp>
      <p:sp>
        <p:nvSpPr>
          <p:cNvPr id="4" name="Slide Number Placeholder 3"/>
          <p:cNvSpPr>
            <a:spLocks noGrp="1"/>
          </p:cNvSpPr>
          <p:nvPr>
            <p:ph type="sldNum" sz="quarter" idx="5"/>
          </p:nvPr>
        </p:nvSpPr>
        <p:spPr/>
        <p:txBody>
          <a:bodyPr/>
          <a:lstStyle/>
          <a:p>
            <a:fld id="{855E5F86-7E7B-4663-82DB-FA19EFE9D0F8}" type="slidenum">
              <a:rPr lang="en-IE" smtClean="0"/>
              <a:t>7</a:t>
            </a:fld>
            <a:endParaRPr lang="en-IE"/>
          </a:p>
        </p:txBody>
      </p:sp>
    </p:spTree>
    <p:extLst>
      <p:ext uri="{BB962C8B-B14F-4D97-AF65-F5344CB8AC3E}">
        <p14:creationId xmlns:p14="http://schemas.microsoft.com/office/powerpoint/2010/main" val="988575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202124"/>
                </a:solidFill>
                <a:effectLst/>
                <a:latin typeface="Roboto" panose="02000000000000000000" pitchFamily="2" charset="0"/>
              </a:rPr>
              <a:t>One place stolen data might end up is a part of the internet called the Deep and Dark Web, but what is that exactly? To explain the Deep and Dark Web we use the example of an iceberg. The part visible above the water we call the surface (or open) web, this is the part of the internet indexed by search engines and makes up about 4% of all internet content. It is entirely public and open to anyone. The Deep web is the part just below the surface, still accessible via a normal web browser but not searchable via google etc. This private content makes up the largest proportion of internet content (around 90%) and includes websites that gate their content behind paywalls and logins. The dark web, on the other hand, uses encryption software to provide even greater security. It cannot be accessed via a standard default web browser.</a:t>
            </a:r>
            <a:endParaRPr lang="en-US" b="0"/>
          </a:p>
        </p:txBody>
      </p:sp>
      <p:sp>
        <p:nvSpPr>
          <p:cNvPr id="4" name="Slide Number Placeholder 3"/>
          <p:cNvSpPr>
            <a:spLocks noGrp="1"/>
          </p:cNvSpPr>
          <p:nvPr>
            <p:ph type="sldNum" sz="quarter" idx="5"/>
          </p:nvPr>
        </p:nvSpPr>
        <p:spPr/>
        <p:txBody>
          <a:bodyPr/>
          <a:lstStyle/>
          <a:p>
            <a:fld id="{D956B978-5561-43A9-995A-DAC25F8E4654}" type="slidenum">
              <a:rPr lang="en-US" smtClean="0"/>
              <a:pPr/>
              <a:t>8</a:t>
            </a:fld>
            <a:endParaRPr lang="en-US"/>
          </a:p>
        </p:txBody>
      </p:sp>
    </p:spTree>
    <p:extLst>
      <p:ext uri="{BB962C8B-B14F-4D97-AF65-F5344CB8AC3E}">
        <p14:creationId xmlns:p14="http://schemas.microsoft.com/office/powerpoint/2010/main" val="17784356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a:t>Dark Web websites end with a .onion address and exist on a network called Tor, which stands for “the onion router”.</a:t>
            </a:r>
          </a:p>
          <a:p>
            <a:r>
              <a:rPr lang="en-IE"/>
              <a:t>Originally developed by the US Navy before becoming open source, Tor is a platform that allows for anonymous internet browsing. </a:t>
            </a:r>
          </a:p>
          <a:p>
            <a:r>
              <a:rPr lang="en-US" b="0" i="0">
                <a:solidFill>
                  <a:srgbClr val="21455C"/>
                </a:solidFill>
                <a:effectLst/>
                <a:latin typeface="Mier B"/>
              </a:rPr>
              <a:t>Tor uses </a:t>
            </a:r>
            <a:r>
              <a:rPr lang="en-US" b="1" i="0">
                <a:effectLst/>
                <a:latin typeface="Mier B"/>
              </a:rPr>
              <a:t>onion routing</a:t>
            </a:r>
            <a:r>
              <a:rPr lang="en-US" b="0" i="0">
                <a:solidFill>
                  <a:srgbClr val="21455C"/>
                </a:solidFill>
                <a:effectLst/>
                <a:latin typeface="Mier B"/>
              </a:rPr>
              <a:t> to encrypt and reroute web traffic through Tor’s onion network. After the data is secured inside multiple layers of encryption, the web traffic is transmitted through a series of network nodes, called onion routers. Each router (or node) “peels away” a layer of encryption until the data reaches its final destination, fully decrypted.</a:t>
            </a:r>
          </a:p>
          <a:p>
            <a:r>
              <a:rPr lang="en-US" b="0" i="0">
                <a:solidFill>
                  <a:srgbClr val="21455C"/>
                </a:solidFill>
                <a:effectLst/>
                <a:latin typeface="Mier B"/>
              </a:rPr>
              <a:t>This process takes time and as such browsing via Tor is often slow.</a:t>
            </a:r>
          </a:p>
          <a:p>
            <a:r>
              <a:rPr lang="en-US" b="0" i="0">
                <a:solidFill>
                  <a:srgbClr val="21455C"/>
                </a:solidFill>
                <a:effectLst/>
                <a:latin typeface="Mier B"/>
              </a:rPr>
              <a:t>Tor is also still vulnerable at the entry and exit nodes. Since internet traffic is not encrypted at these points, data could be intercepted, and IP address exposed. This is why users typically use a VPN in conjunction with Tor.</a:t>
            </a:r>
            <a:endParaRPr lang="en-IE"/>
          </a:p>
          <a:p>
            <a:endParaRPr lang="en-IE"/>
          </a:p>
          <a:p>
            <a:r>
              <a:rPr lang="en-IE"/>
              <a:t>Source: </a:t>
            </a:r>
          </a:p>
          <a:p>
            <a:r>
              <a:rPr lang="en-US"/>
              <a:t>https://www.avast.com/c-tor-dark-web-browser</a:t>
            </a:r>
          </a:p>
        </p:txBody>
      </p:sp>
      <p:sp>
        <p:nvSpPr>
          <p:cNvPr id="4" name="Slide Number Placeholder 3"/>
          <p:cNvSpPr>
            <a:spLocks noGrp="1"/>
          </p:cNvSpPr>
          <p:nvPr>
            <p:ph type="sldNum" sz="quarter" idx="5"/>
          </p:nvPr>
        </p:nvSpPr>
        <p:spPr/>
        <p:txBody>
          <a:bodyPr/>
          <a:lstStyle/>
          <a:p>
            <a:fld id="{855E5F86-7E7B-4663-82DB-FA19EFE9D0F8}" type="slidenum">
              <a:rPr lang="en-IE" smtClean="0"/>
              <a:t>9</a:t>
            </a:fld>
            <a:endParaRPr lang="en-IE"/>
          </a:p>
        </p:txBody>
      </p:sp>
    </p:spTree>
    <p:extLst>
      <p:ext uri="{BB962C8B-B14F-4D97-AF65-F5344CB8AC3E}">
        <p14:creationId xmlns:p14="http://schemas.microsoft.com/office/powerpoint/2010/main" val="3237857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neue-haas-grotesk-display"/>
              </a:rPr>
              <a:t>While criminal activity may be the first thing people think of when they hear about the dark web, it does have legitimate uses as well.</a:t>
            </a:r>
          </a:p>
          <a:p>
            <a:r>
              <a:rPr lang="en-US" b="0" i="0" dirty="0">
                <a:solidFill>
                  <a:srgbClr val="000000"/>
                </a:solidFill>
                <a:effectLst/>
                <a:latin typeface="neue-haas-grotesk-display"/>
              </a:rPr>
              <a:t>Journalists use the dark web frequently (usually via the Tor Project,), especially when they are working on sensitive stories or traveling to foreign countries.</a:t>
            </a:r>
          </a:p>
          <a:p>
            <a:r>
              <a:rPr lang="en-US" b="0" i="0" dirty="0">
                <a:solidFill>
                  <a:srgbClr val="000000"/>
                </a:solidFill>
                <a:effectLst/>
                <a:latin typeface="neue-haas-grotesk-display"/>
              </a:rPr>
              <a:t>Citizens of oppressive regimes (such as North Korea) use the dark web to safely organize, speak freely and obtain information from reliable news sources. The BBC have a Dark Web presence for this reason.</a:t>
            </a:r>
          </a:p>
          <a:p>
            <a:r>
              <a:rPr lang="en-US" b="0" i="0" dirty="0">
                <a:solidFill>
                  <a:srgbClr val="000000"/>
                </a:solidFill>
                <a:effectLst/>
                <a:latin typeface="neue-haas-grotesk-display"/>
              </a:rPr>
              <a:t>Many corporate and government whistleblowers rely on the dark web to ensure their safety. Notably, WikiLeaks has a counterpart on the dark web for exactly this reason.</a:t>
            </a:r>
          </a:p>
          <a:p>
            <a:endParaRPr lang="en-US" b="0" i="0" dirty="0">
              <a:solidFill>
                <a:srgbClr val="000000"/>
              </a:solidFill>
              <a:effectLst/>
              <a:latin typeface="neue-haas-grotesk-display"/>
            </a:endParaRPr>
          </a:p>
        </p:txBody>
      </p:sp>
      <p:sp>
        <p:nvSpPr>
          <p:cNvPr id="4" name="Slide Number Placeholder 3"/>
          <p:cNvSpPr>
            <a:spLocks noGrp="1"/>
          </p:cNvSpPr>
          <p:nvPr>
            <p:ph type="sldNum" sz="quarter" idx="5"/>
          </p:nvPr>
        </p:nvSpPr>
        <p:spPr/>
        <p:txBody>
          <a:bodyPr/>
          <a:lstStyle/>
          <a:p>
            <a:fld id="{855E5F86-7E7B-4663-82DB-FA19EFE9D0F8}" type="slidenum">
              <a:rPr lang="en-IE" smtClean="0"/>
              <a:t>10</a:t>
            </a:fld>
            <a:endParaRPr lang="en-IE"/>
          </a:p>
        </p:txBody>
      </p:sp>
    </p:spTree>
    <p:extLst>
      <p:ext uri="{BB962C8B-B14F-4D97-AF65-F5344CB8AC3E}">
        <p14:creationId xmlns:p14="http://schemas.microsoft.com/office/powerpoint/2010/main" val="11161917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a:t>As mentioned earlier, data stolen via </a:t>
            </a:r>
            <a:r>
              <a:rPr lang="en-IE" err="1"/>
              <a:t>databreaches</a:t>
            </a:r>
            <a:r>
              <a:rPr lang="en-IE"/>
              <a:t> or hacks often ends up on the Deep and Dark Web. Underground marketplaces offer cybercriminals a platform for advertising stolen data and selling to the highest bidder. Some sites are set up specifically to sell certain types of stolen data such as gaming accounts or in game items, others offer tools and services to aid cybercriminals in their attacks. On occasion international law enforcement will infiltrate these sites, take down infrastructure and arrest individuals however new services will inevitably fill the gap.</a:t>
            </a:r>
            <a:endParaRPr lang="en-US"/>
          </a:p>
        </p:txBody>
      </p:sp>
      <p:sp>
        <p:nvSpPr>
          <p:cNvPr id="4" name="Slide Number Placeholder 3"/>
          <p:cNvSpPr>
            <a:spLocks noGrp="1"/>
          </p:cNvSpPr>
          <p:nvPr>
            <p:ph type="sldNum" sz="quarter" idx="5"/>
          </p:nvPr>
        </p:nvSpPr>
        <p:spPr/>
        <p:txBody>
          <a:bodyPr/>
          <a:lstStyle/>
          <a:p>
            <a:fld id="{855E5F86-7E7B-4663-82DB-FA19EFE9D0F8}" type="slidenum">
              <a:rPr lang="en-IE" smtClean="0"/>
              <a:t>11</a:t>
            </a:fld>
            <a:endParaRPr lang="en-IE"/>
          </a:p>
        </p:txBody>
      </p:sp>
    </p:spTree>
    <p:extLst>
      <p:ext uri="{BB962C8B-B14F-4D97-AF65-F5344CB8AC3E}">
        <p14:creationId xmlns:p14="http://schemas.microsoft.com/office/powerpoint/2010/main" val="10224078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855E5F86-7E7B-4663-82DB-FA19EFE9D0F8}" type="slidenum">
              <a:rPr lang="en-IE" smtClean="0"/>
              <a:t>12</a:t>
            </a:fld>
            <a:endParaRPr lang="en-IE"/>
          </a:p>
        </p:txBody>
      </p:sp>
    </p:spTree>
    <p:extLst>
      <p:ext uri="{BB962C8B-B14F-4D97-AF65-F5344CB8AC3E}">
        <p14:creationId xmlns:p14="http://schemas.microsoft.com/office/powerpoint/2010/main" val="28977439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a:t>On this Slide we feature Topics that are available in Future Modules.   </a:t>
            </a:r>
            <a:endParaRPr lang="en-US"/>
          </a:p>
          <a:p>
            <a:endParaRPr lang="en-IE"/>
          </a:p>
        </p:txBody>
      </p:sp>
      <p:sp>
        <p:nvSpPr>
          <p:cNvPr id="4" name="Slide Number Placeholder 3"/>
          <p:cNvSpPr>
            <a:spLocks noGrp="1"/>
          </p:cNvSpPr>
          <p:nvPr>
            <p:ph type="sldNum" sz="quarter" idx="5"/>
          </p:nvPr>
        </p:nvSpPr>
        <p:spPr/>
        <p:txBody>
          <a:bodyPr/>
          <a:lstStyle/>
          <a:p>
            <a:fld id="{855E5F86-7E7B-4663-82DB-FA19EFE9D0F8}" type="slidenum">
              <a:rPr lang="en-IE" smtClean="0"/>
              <a:t>13</a:t>
            </a:fld>
            <a:endParaRPr lang="en-IE"/>
          </a:p>
        </p:txBody>
      </p:sp>
    </p:spTree>
    <p:extLst>
      <p:ext uri="{BB962C8B-B14F-4D97-AF65-F5344CB8AC3E}">
        <p14:creationId xmlns:p14="http://schemas.microsoft.com/office/powerpoint/2010/main" val="54157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9F7CC-CD79-432A-8347-246514153822}"/>
              </a:ext>
            </a:extLst>
          </p:cNvPr>
          <p:cNvSpPr txBox="1">
            <a:spLocks noGrp="1"/>
          </p:cNvSpPr>
          <p:nvPr>
            <p:ph type="ctrTitle"/>
          </p:nvPr>
        </p:nvSpPr>
        <p:spPr>
          <a:xfrm>
            <a:off x="1524003" y="1122361"/>
            <a:ext cx="9144000" cy="2387598"/>
          </a:xfrm>
        </p:spPr>
        <p:txBody>
          <a:bodyPr anchor="b" anchorCtr="1"/>
          <a:lstStyle>
            <a:lvl1pPr algn="ctr">
              <a:defRPr sz="6000"/>
            </a:lvl1pPr>
          </a:lstStyle>
          <a:p>
            <a:pPr lvl="0"/>
            <a:r>
              <a:rPr lang="en-US"/>
              <a:t>Click to edit Master title style</a:t>
            </a:r>
            <a:endParaRPr lang="en-IE"/>
          </a:p>
        </p:txBody>
      </p:sp>
      <p:sp>
        <p:nvSpPr>
          <p:cNvPr id="3" name="Subtitle 2">
            <a:extLst>
              <a:ext uri="{FF2B5EF4-FFF2-40B4-BE49-F238E27FC236}">
                <a16:creationId xmlns:a16="http://schemas.microsoft.com/office/drawing/2014/main" id="{27E62C3F-A2A2-4DAE-B51F-CF0DEBC67634}"/>
              </a:ext>
            </a:extLst>
          </p:cNvPr>
          <p:cNvSpPr txBox="1">
            <a:spLocks noGrp="1"/>
          </p:cNvSpPr>
          <p:nvPr>
            <p:ph type="subTitle" idx="1"/>
          </p:nvPr>
        </p:nvSpPr>
        <p:spPr>
          <a:xfrm>
            <a:off x="1524003" y="3602041"/>
            <a:ext cx="9144000" cy="1655758"/>
          </a:xfrm>
        </p:spPr>
        <p:txBody>
          <a:bodyPr anchorCtr="1"/>
          <a:lstStyle>
            <a:lvl1pPr marL="0" indent="0" algn="ctr">
              <a:buNone/>
              <a:defRPr sz="2400"/>
            </a:lvl1pPr>
          </a:lstStyle>
          <a:p>
            <a:pPr lvl="0"/>
            <a:r>
              <a:rPr lang="en-US"/>
              <a:t>Click to edit Master subtitle style</a:t>
            </a:r>
            <a:endParaRPr lang="en-IE"/>
          </a:p>
        </p:txBody>
      </p:sp>
      <p:sp>
        <p:nvSpPr>
          <p:cNvPr id="4" name="Date Placeholder 3">
            <a:extLst>
              <a:ext uri="{FF2B5EF4-FFF2-40B4-BE49-F238E27FC236}">
                <a16:creationId xmlns:a16="http://schemas.microsoft.com/office/drawing/2014/main" id="{856A6EF1-7E20-497D-B536-BC16DBD82723}"/>
              </a:ext>
            </a:extLst>
          </p:cNvPr>
          <p:cNvSpPr txBox="1">
            <a:spLocks noGrp="1"/>
          </p:cNvSpPr>
          <p:nvPr>
            <p:ph type="dt" sz="half" idx="7"/>
          </p:nvPr>
        </p:nvSpPr>
        <p:spPr/>
        <p:txBody>
          <a:bodyPr/>
          <a:lstStyle>
            <a:lvl1pPr>
              <a:defRPr/>
            </a:lvl1pPr>
          </a:lstStyle>
          <a:p>
            <a:pPr lvl="0"/>
            <a:fld id="{0D28C945-5639-4EAF-8244-AE99BF9B9A2F}" type="datetime1">
              <a:rPr lang="en-IE"/>
              <a:pPr lvl="0"/>
              <a:t>05/08/2023</a:t>
            </a:fld>
            <a:endParaRPr lang="en-IE"/>
          </a:p>
        </p:txBody>
      </p:sp>
      <p:sp>
        <p:nvSpPr>
          <p:cNvPr id="5" name="Footer Placeholder 4">
            <a:extLst>
              <a:ext uri="{FF2B5EF4-FFF2-40B4-BE49-F238E27FC236}">
                <a16:creationId xmlns:a16="http://schemas.microsoft.com/office/drawing/2014/main" id="{EA230721-E1B5-4852-B283-4262E87C416D}"/>
              </a:ext>
            </a:extLst>
          </p:cNvPr>
          <p:cNvSpPr txBox="1">
            <a:spLocks noGrp="1"/>
          </p:cNvSpPr>
          <p:nvPr>
            <p:ph type="ftr" sz="quarter" idx="9"/>
          </p:nvPr>
        </p:nvSpPr>
        <p:spPr/>
        <p:txBody>
          <a:bodyPr/>
          <a:lstStyle>
            <a:lvl1pPr>
              <a:defRPr/>
            </a:lvl1pPr>
          </a:lstStyle>
          <a:p>
            <a:pPr lvl="0"/>
            <a:endParaRPr lang="en-IE"/>
          </a:p>
        </p:txBody>
      </p:sp>
      <p:sp>
        <p:nvSpPr>
          <p:cNvPr id="6" name="Slide Number Placeholder 5">
            <a:extLst>
              <a:ext uri="{FF2B5EF4-FFF2-40B4-BE49-F238E27FC236}">
                <a16:creationId xmlns:a16="http://schemas.microsoft.com/office/drawing/2014/main" id="{EC3F2428-19C2-4191-A480-C60F21E29310}"/>
              </a:ext>
            </a:extLst>
          </p:cNvPr>
          <p:cNvSpPr txBox="1">
            <a:spLocks noGrp="1"/>
          </p:cNvSpPr>
          <p:nvPr>
            <p:ph type="sldNum" sz="quarter" idx="8"/>
          </p:nvPr>
        </p:nvSpPr>
        <p:spPr/>
        <p:txBody>
          <a:bodyPr/>
          <a:lstStyle>
            <a:lvl1pPr>
              <a:defRPr/>
            </a:lvl1pPr>
          </a:lstStyle>
          <a:p>
            <a:pPr lvl="0"/>
            <a:fld id="{93320E47-E451-400F-914C-29206897EAC7}" type="slidenum">
              <a:t>‹#›</a:t>
            </a:fld>
            <a:endParaRPr lang="en-IE"/>
          </a:p>
        </p:txBody>
      </p:sp>
    </p:spTree>
    <p:extLst>
      <p:ext uri="{BB962C8B-B14F-4D97-AF65-F5344CB8AC3E}">
        <p14:creationId xmlns:p14="http://schemas.microsoft.com/office/powerpoint/2010/main" val="2040658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C6F29-9006-4E3A-8052-97DB5E89712C}"/>
              </a:ext>
            </a:extLst>
          </p:cNvPr>
          <p:cNvSpPr txBox="1">
            <a:spLocks noGrp="1"/>
          </p:cNvSpPr>
          <p:nvPr>
            <p:ph type="title"/>
          </p:nvPr>
        </p:nvSpPr>
        <p:spPr/>
        <p:txBody>
          <a:bodyPr/>
          <a:lstStyle>
            <a:lvl1pPr>
              <a:defRPr/>
            </a:lvl1pPr>
          </a:lstStyle>
          <a:p>
            <a:pPr lvl="0"/>
            <a:r>
              <a:rPr lang="en-US"/>
              <a:t>Click to edit Master title style</a:t>
            </a:r>
            <a:endParaRPr lang="en-IE"/>
          </a:p>
        </p:txBody>
      </p:sp>
      <p:sp>
        <p:nvSpPr>
          <p:cNvPr id="3" name="Content Placeholder 2">
            <a:extLst>
              <a:ext uri="{FF2B5EF4-FFF2-40B4-BE49-F238E27FC236}">
                <a16:creationId xmlns:a16="http://schemas.microsoft.com/office/drawing/2014/main" id="{0CA24B70-5B89-4009-8F83-392658ACB18F}"/>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3F44ABB3-D560-49C4-9A8A-0076C93753B2}"/>
              </a:ext>
            </a:extLst>
          </p:cNvPr>
          <p:cNvSpPr txBox="1">
            <a:spLocks noGrp="1"/>
          </p:cNvSpPr>
          <p:nvPr>
            <p:ph type="dt" sz="half" idx="7"/>
          </p:nvPr>
        </p:nvSpPr>
        <p:spPr/>
        <p:txBody>
          <a:bodyPr/>
          <a:lstStyle>
            <a:lvl1pPr>
              <a:defRPr/>
            </a:lvl1pPr>
          </a:lstStyle>
          <a:p>
            <a:pPr lvl="0"/>
            <a:fld id="{30A948AB-86EA-4B7A-A660-C97DE21B922A}" type="datetime1">
              <a:rPr lang="en-IE"/>
              <a:pPr lvl="0"/>
              <a:t>05/08/2023</a:t>
            </a:fld>
            <a:endParaRPr lang="en-IE"/>
          </a:p>
        </p:txBody>
      </p:sp>
      <p:sp>
        <p:nvSpPr>
          <p:cNvPr id="5" name="Footer Placeholder 4">
            <a:extLst>
              <a:ext uri="{FF2B5EF4-FFF2-40B4-BE49-F238E27FC236}">
                <a16:creationId xmlns:a16="http://schemas.microsoft.com/office/drawing/2014/main" id="{03947B94-1FE4-40C5-B186-81716B3E6AFA}"/>
              </a:ext>
            </a:extLst>
          </p:cNvPr>
          <p:cNvSpPr txBox="1">
            <a:spLocks noGrp="1"/>
          </p:cNvSpPr>
          <p:nvPr>
            <p:ph type="ftr" sz="quarter" idx="9"/>
          </p:nvPr>
        </p:nvSpPr>
        <p:spPr/>
        <p:txBody>
          <a:bodyPr/>
          <a:lstStyle>
            <a:lvl1pPr>
              <a:defRPr/>
            </a:lvl1pPr>
          </a:lstStyle>
          <a:p>
            <a:pPr lvl="0"/>
            <a:endParaRPr lang="en-IE"/>
          </a:p>
        </p:txBody>
      </p:sp>
      <p:sp>
        <p:nvSpPr>
          <p:cNvPr id="6" name="Slide Number Placeholder 5">
            <a:extLst>
              <a:ext uri="{FF2B5EF4-FFF2-40B4-BE49-F238E27FC236}">
                <a16:creationId xmlns:a16="http://schemas.microsoft.com/office/drawing/2014/main" id="{CBC37218-3B7B-4D6A-AFC5-B3B41BC96382}"/>
              </a:ext>
            </a:extLst>
          </p:cNvPr>
          <p:cNvSpPr txBox="1">
            <a:spLocks noGrp="1"/>
          </p:cNvSpPr>
          <p:nvPr>
            <p:ph type="sldNum" sz="quarter" idx="8"/>
          </p:nvPr>
        </p:nvSpPr>
        <p:spPr/>
        <p:txBody>
          <a:bodyPr/>
          <a:lstStyle>
            <a:lvl1pPr>
              <a:defRPr/>
            </a:lvl1pPr>
          </a:lstStyle>
          <a:p>
            <a:pPr lvl="0"/>
            <a:fld id="{51C773D4-F88C-4591-A234-1B88193026E0}" type="slidenum">
              <a:t>‹#›</a:t>
            </a:fld>
            <a:endParaRPr lang="en-IE"/>
          </a:p>
        </p:txBody>
      </p:sp>
    </p:spTree>
    <p:extLst>
      <p:ext uri="{BB962C8B-B14F-4D97-AF65-F5344CB8AC3E}">
        <p14:creationId xmlns:p14="http://schemas.microsoft.com/office/powerpoint/2010/main" val="545529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44CF6-894E-4AF5-B370-78A5301E53E3}"/>
              </a:ext>
            </a:extLst>
          </p:cNvPr>
          <p:cNvSpPr txBox="1">
            <a:spLocks noGrp="1"/>
          </p:cNvSpPr>
          <p:nvPr>
            <p:ph type="title"/>
          </p:nvPr>
        </p:nvSpPr>
        <p:spPr>
          <a:xfrm>
            <a:off x="831847" y="1709735"/>
            <a:ext cx="10515600" cy="2852735"/>
          </a:xfrm>
        </p:spPr>
        <p:txBody>
          <a:bodyPr anchor="b"/>
          <a:lstStyle>
            <a:lvl1pPr>
              <a:defRPr sz="6000"/>
            </a:lvl1pPr>
          </a:lstStyle>
          <a:p>
            <a:pPr lvl="0"/>
            <a:r>
              <a:rPr lang="en-US"/>
              <a:t>Click to edit Master title style</a:t>
            </a:r>
            <a:endParaRPr lang="en-IE"/>
          </a:p>
        </p:txBody>
      </p:sp>
      <p:sp>
        <p:nvSpPr>
          <p:cNvPr id="3" name="Text Placeholder 2">
            <a:extLst>
              <a:ext uri="{FF2B5EF4-FFF2-40B4-BE49-F238E27FC236}">
                <a16:creationId xmlns:a16="http://schemas.microsoft.com/office/drawing/2014/main" id="{29B4AF83-BCFE-4797-95EE-5C168EDBFA12}"/>
              </a:ext>
            </a:extLst>
          </p:cNvPr>
          <p:cNvSpPr txBox="1">
            <a:spLocks noGrp="1"/>
          </p:cNvSpPr>
          <p:nvPr>
            <p:ph type="body" idx="1"/>
          </p:nvPr>
        </p:nvSpPr>
        <p:spPr>
          <a:xfrm>
            <a:off x="831847" y="4589465"/>
            <a:ext cx="10515600" cy="1500182"/>
          </a:xfrm>
        </p:spPr>
        <p:txBody>
          <a:bodyPr/>
          <a:lstStyle>
            <a:lvl1pPr marL="0" indent="0">
              <a:buNone/>
              <a:defRPr sz="2400">
                <a:solidFill>
                  <a:srgbClr val="898989"/>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C9BA0378-A1E2-477E-B3F2-2ACB344BE739}"/>
              </a:ext>
            </a:extLst>
          </p:cNvPr>
          <p:cNvSpPr txBox="1">
            <a:spLocks noGrp="1"/>
          </p:cNvSpPr>
          <p:nvPr>
            <p:ph type="dt" sz="half" idx="7"/>
          </p:nvPr>
        </p:nvSpPr>
        <p:spPr/>
        <p:txBody>
          <a:bodyPr/>
          <a:lstStyle>
            <a:lvl1pPr>
              <a:defRPr/>
            </a:lvl1pPr>
          </a:lstStyle>
          <a:p>
            <a:pPr lvl="0"/>
            <a:fld id="{64CCEDEF-49CC-4A82-91F7-579D5CD8821B}" type="datetime1">
              <a:rPr lang="en-IE"/>
              <a:pPr lvl="0"/>
              <a:t>05/08/2023</a:t>
            </a:fld>
            <a:endParaRPr lang="en-IE"/>
          </a:p>
        </p:txBody>
      </p:sp>
      <p:sp>
        <p:nvSpPr>
          <p:cNvPr id="5" name="Footer Placeholder 4">
            <a:extLst>
              <a:ext uri="{FF2B5EF4-FFF2-40B4-BE49-F238E27FC236}">
                <a16:creationId xmlns:a16="http://schemas.microsoft.com/office/drawing/2014/main" id="{A86A82C7-73ED-4492-B1B1-FD22E2057634}"/>
              </a:ext>
            </a:extLst>
          </p:cNvPr>
          <p:cNvSpPr txBox="1">
            <a:spLocks noGrp="1"/>
          </p:cNvSpPr>
          <p:nvPr>
            <p:ph type="ftr" sz="quarter" idx="9"/>
          </p:nvPr>
        </p:nvSpPr>
        <p:spPr/>
        <p:txBody>
          <a:bodyPr/>
          <a:lstStyle>
            <a:lvl1pPr>
              <a:defRPr/>
            </a:lvl1pPr>
          </a:lstStyle>
          <a:p>
            <a:pPr lvl="0"/>
            <a:endParaRPr lang="en-IE"/>
          </a:p>
        </p:txBody>
      </p:sp>
      <p:sp>
        <p:nvSpPr>
          <p:cNvPr id="6" name="Slide Number Placeholder 5">
            <a:extLst>
              <a:ext uri="{FF2B5EF4-FFF2-40B4-BE49-F238E27FC236}">
                <a16:creationId xmlns:a16="http://schemas.microsoft.com/office/drawing/2014/main" id="{1475DECC-B8FB-4C99-B457-6D75C9448B48}"/>
              </a:ext>
            </a:extLst>
          </p:cNvPr>
          <p:cNvSpPr txBox="1">
            <a:spLocks noGrp="1"/>
          </p:cNvSpPr>
          <p:nvPr>
            <p:ph type="sldNum" sz="quarter" idx="8"/>
          </p:nvPr>
        </p:nvSpPr>
        <p:spPr/>
        <p:txBody>
          <a:bodyPr/>
          <a:lstStyle>
            <a:lvl1pPr>
              <a:defRPr/>
            </a:lvl1pPr>
          </a:lstStyle>
          <a:p>
            <a:pPr lvl="0"/>
            <a:fld id="{CAA9858C-CF87-4D80-8150-055A5D169F0B}" type="slidenum">
              <a:t>‹#›</a:t>
            </a:fld>
            <a:endParaRPr lang="en-IE"/>
          </a:p>
        </p:txBody>
      </p:sp>
    </p:spTree>
    <p:extLst>
      <p:ext uri="{BB962C8B-B14F-4D97-AF65-F5344CB8AC3E}">
        <p14:creationId xmlns:p14="http://schemas.microsoft.com/office/powerpoint/2010/main" val="429808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CE56A-9BE8-4354-912A-B62D2453BC2C}"/>
              </a:ext>
            </a:extLst>
          </p:cNvPr>
          <p:cNvSpPr txBox="1">
            <a:spLocks noGrp="1"/>
          </p:cNvSpPr>
          <p:nvPr>
            <p:ph type="title"/>
          </p:nvPr>
        </p:nvSpPr>
        <p:spPr/>
        <p:txBody>
          <a:bodyPr/>
          <a:lstStyle>
            <a:lvl1pPr>
              <a:defRPr/>
            </a:lvl1pPr>
          </a:lstStyle>
          <a:p>
            <a:pPr lvl="0"/>
            <a:r>
              <a:rPr lang="en-US"/>
              <a:t>Click to edit Master title style</a:t>
            </a:r>
            <a:endParaRPr lang="en-IE"/>
          </a:p>
        </p:txBody>
      </p:sp>
      <p:sp>
        <p:nvSpPr>
          <p:cNvPr id="3" name="Content Placeholder 2">
            <a:extLst>
              <a:ext uri="{FF2B5EF4-FFF2-40B4-BE49-F238E27FC236}">
                <a16:creationId xmlns:a16="http://schemas.microsoft.com/office/drawing/2014/main" id="{4977743C-44C2-4D2D-B3BF-9F81F0F0F145}"/>
              </a:ext>
            </a:extLst>
          </p:cNvPr>
          <p:cNvSpPr txBox="1">
            <a:spLocks noGrp="1"/>
          </p:cNvSpPr>
          <p:nvPr>
            <p:ph idx="1"/>
          </p:nvPr>
        </p:nvSpPr>
        <p:spPr>
          <a:xfrm>
            <a:off x="838203"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FB44A45D-9CF9-4041-BE4B-44595E9C9C97}"/>
              </a:ext>
            </a:extLst>
          </p:cNvPr>
          <p:cNvSpPr txBox="1">
            <a:spLocks noGrp="1"/>
          </p:cNvSpPr>
          <p:nvPr>
            <p:ph idx="2"/>
          </p:nvPr>
        </p:nvSpPr>
        <p:spPr>
          <a:xfrm>
            <a:off x="6172200"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DD9F3FBB-6E80-4A61-8FAD-72D60A934B3A}"/>
              </a:ext>
            </a:extLst>
          </p:cNvPr>
          <p:cNvSpPr txBox="1">
            <a:spLocks noGrp="1"/>
          </p:cNvSpPr>
          <p:nvPr>
            <p:ph type="dt" sz="half" idx="7"/>
          </p:nvPr>
        </p:nvSpPr>
        <p:spPr/>
        <p:txBody>
          <a:bodyPr/>
          <a:lstStyle>
            <a:lvl1pPr>
              <a:defRPr/>
            </a:lvl1pPr>
          </a:lstStyle>
          <a:p>
            <a:pPr lvl="0"/>
            <a:fld id="{FD8A5825-2D10-4406-AFFC-86457E03DD1C}" type="datetime1">
              <a:rPr lang="en-IE"/>
              <a:pPr lvl="0"/>
              <a:t>05/08/2023</a:t>
            </a:fld>
            <a:endParaRPr lang="en-IE"/>
          </a:p>
        </p:txBody>
      </p:sp>
      <p:sp>
        <p:nvSpPr>
          <p:cNvPr id="6" name="Footer Placeholder 5">
            <a:extLst>
              <a:ext uri="{FF2B5EF4-FFF2-40B4-BE49-F238E27FC236}">
                <a16:creationId xmlns:a16="http://schemas.microsoft.com/office/drawing/2014/main" id="{D68EFBCF-3604-461D-B886-4F819775158A}"/>
              </a:ext>
            </a:extLst>
          </p:cNvPr>
          <p:cNvSpPr txBox="1">
            <a:spLocks noGrp="1"/>
          </p:cNvSpPr>
          <p:nvPr>
            <p:ph type="ftr" sz="quarter" idx="9"/>
          </p:nvPr>
        </p:nvSpPr>
        <p:spPr/>
        <p:txBody>
          <a:bodyPr/>
          <a:lstStyle>
            <a:lvl1pPr>
              <a:defRPr/>
            </a:lvl1pPr>
          </a:lstStyle>
          <a:p>
            <a:pPr lvl="0"/>
            <a:endParaRPr lang="en-IE"/>
          </a:p>
        </p:txBody>
      </p:sp>
      <p:sp>
        <p:nvSpPr>
          <p:cNvPr id="7" name="Slide Number Placeholder 6">
            <a:extLst>
              <a:ext uri="{FF2B5EF4-FFF2-40B4-BE49-F238E27FC236}">
                <a16:creationId xmlns:a16="http://schemas.microsoft.com/office/drawing/2014/main" id="{4CEDF0C0-4AE6-4B12-BF9A-8472BDF14FFA}"/>
              </a:ext>
            </a:extLst>
          </p:cNvPr>
          <p:cNvSpPr txBox="1">
            <a:spLocks noGrp="1"/>
          </p:cNvSpPr>
          <p:nvPr>
            <p:ph type="sldNum" sz="quarter" idx="8"/>
          </p:nvPr>
        </p:nvSpPr>
        <p:spPr/>
        <p:txBody>
          <a:bodyPr/>
          <a:lstStyle>
            <a:lvl1pPr>
              <a:defRPr/>
            </a:lvl1pPr>
          </a:lstStyle>
          <a:p>
            <a:pPr lvl="0"/>
            <a:fld id="{396F26FA-2A36-4E7C-89A3-E2A83738E307}" type="slidenum">
              <a:t>‹#›</a:t>
            </a:fld>
            <a:endParaRPr lang="en-IE"/>
          </a:p>
        </p:txBody>
      </p:sp>
    </p:spTree>
    <p:extLst>
      <p:ext uri="{BB962C8B-B14F-4D97-AF65-F5344CB8AC3E}">
        <p14:creationId xmlns:p14="http://schemas.microsoft.com/office/powerpoint/2010/main" val="32308667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B2ACA-661F-4B27-9474-4C5C5B782E65}"/>
              </a:ext>
            </a:extLst>
          </p:cNvPr>
          <p:cNvSpPr txBox="1">
            <a:spLocks noGrp="1"/>
          </p:cNvSpPr>
          <p:nvPr>
            <p:ph type="title"/>
          </p:nvPr>
        </p:nvSpPr>
        <p:spPr>
          <a:xfrm>
            <a:off x="839784" y="365129"/>
            <a:ext cx="10515600" cy="1325559"/>
          </a:xfrm>
        </p:spPr>
        <p:txBody>
          <a:bodyPr/>
          <a:lstStyle>
            <a:lvl1pPr>
              <a:defRPr/>
            </a:lvl1pPr>
          </a:lstStyle>
          <a:p>
            <a:pPr lvl="0"/>
            <a:r>
              <a:rPr lang="en-US"/>
              <a:t>Click to edit Master title style</a:t>
            </a:r>
            <a:endParaRPr lang="en-IE"/>
          </a:p>
        </p:txBody>
      </p:sp>
      <p:sp>
        <p:nvSpPr>
          <p:cNvPr id="3" name="Text Placeholder 2">
            <a:extLst>
              <a:ext uri="{FF2B5EF4-FFF2-40B4-BE49-F238E27FC236}">
                <a16:creationId xmlns:a16="http://schemas.microsoft.com/office/drawing/2014/main" id="{C8E664A7-F85A-4C8F-A7C5-B32175F53477}"/>
              </a:ext>
            </a:extLst>
          </p:cNvPr>
          <p:cNvSpPr txBox="1">
            <a:spLocks noGrp="1"/>
          </p:cNvSpPr>
          <p:nvPr>
            <p:ph type="body" idx="1"/>
          </p:nvPr>
        </p:nvSpPr>
        <p:spPr>
          <a:xfrm>
            <a:off x="839784" y="1681160"/>
            <a:ext cx="5157782" cy="823910"/>
          </a:xfrm>
        </p:spPr>
        <p:txBody>
          <a:bodyPr anchor="b"/>
          <a:lstStyle>
            <a:lvl1pPr marL="0" indent="0">
              <a:buNone/>
              <a:defRPr sz="2400" b="1"/>
            </a:lvl1pPr>
          </a:lstStyle>
          <a:p>
            <a:pPr lvl="0"/>
            <a:r>
              <a:rPr lang="en-US"/>
              <a:t>Click to edit Master text styles</a:t>
            </a:r>
          </a:p>
        </p:txBody>
      </p:sp>
      <p:sp>
        <p:nvSpPr>
          <p:cNvPr id="4" name="Content Placeholder 3">
            <a:extLst>
              <a:ext uri="{FF2B5EF4-FFF2-40B4-BE49-F238E27FC236}">
                <a16:creationId xmlns:a16="http://schemas.microsoft.com/office/drawing/2014/main" id="{9A20E047-D199-453F-B4BD-A97F85885E66}"/>
              </a:ext>
            </a:extLst>
          </p:cNvPr>
          <p:cNvSpPr txBox="1">
            <a:spLocks noGrp="1"/>
          </p:cNvSpPr>
          <p:nvPr>
            <p:ph idx="2"/>
          </p:nvPr>
        </p:nvSpPr>
        <p:spPr>
          <a:xfrm>
            <a:off x="839784" y="2505071"/>
            <a:ext cx="5157782"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F36C3EEB-1C26-4A3C-85D3-D3FE1FACE24E}"/>
              </a:ext>
            </a:extLst>
          </p:cNvPr>
          <p:cNvSpPr txBox="1">
            <a:spLocks noGrp="1"/>
          </p:cNvSpPr>
          <p:nvPr>
            <p:ph type="body" idx="3"/>
          </p:nvPr>
        </p:nvSpPr>
        <p:spPr>
          <a:xfrm>
            <a:off x="6172200" y="1681160"/>
            <a:ext cx="5183184" cy="823910"/>
          </a:xfrm>
        </p:spPr>
        <p:txBody>
          <a:bodyPr anchor="b"/>
          <a:lstStyle>
            <a:lvl1pPr marL="0" indent="0">
              <a:buNone/>
              <a:defRPr sz="2400" b="1"/>
            </a:lvl1pPr>
          </a:lstStyle>
          <a:p>
            <a:pPr lvl="0"/>
            <a:r>
              <a:rPr lang="en-US"/>
              <a:t>Click to edit Master text styles</a:t>
            </a:r>
          </a:p>
        </p:txBody>
      </p:sp>
      <p:sp>
        <p:nvSpPr>
          <p:cNvPr id="6" name="Content Placeholder 5">
            <a:extLst>
              <a:ext uri="{FF2B5EF4-FFF2-40B4-BE49-F238E27FC236}">
                <a16:creationId xmlns:a16="http://schemas.microsoft.com/office/drawing/2014/main" id="{358CDA47-5C89-44BE-8E76-AF18EF32E5AB}"/>
              </a:ext>
            </a:extLst>
          </p:cNvPr>
          <p:cNvSpPr txBox="1">
            <a:spLocks noGrp="1"/>
          </p:cNvSpPr>
          <p:nvPr>
            <p:ph idx="4"/>
          </p:nvPr>
        </p:nvSpPr>
        <p:spPr>
          <a:xfrm>
            <a:off x="6172200" y="2505071"/>
            <a:ext cx="5183184"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E769C5DC-C5CA-487C-ABEF-B33BED0BE501}"/>
              </a:ext>
            </a:extLst>
          </p:cNvPr>
          <p:cNvSpPr txBox="1">
            <a:spLocks noGrp="1"/>
          </p:cNvSpPr>
          <p:nvPr>
            <p:ph type="dt" sz="half" idx="7"/>
          </p:nvPr>
        </p:nvSpPr>
        <p:spPr/>
        <p:txBody>
          <a:bodyPr/>
          <a:lstStyle>
            <a:lvl1pPr>
              <a:defRPr/>
            </a:lvl1pPr>
          </a:lstStyle>
          <a:p>
            <a:pPr lvl="0"/>
            <a:fld id="{96692410-1CEE-4F84-9348-5A4F03DB1C9D}" type="datetime1">
              <a:rPr lang="en-IE"/>
              <a:pPr lvl="0"/>
              <a:t>05/08/2023</a:t>
            </a:fld>
            <a:endParaRPr lang="en-IE"/>
          </a:p>
        </p:txBody>
      </p:sp>
      <p:sp>
        <p:nvSpPr>
          <p:cNvPr id="8" name="Footer Placeholder 7">
            <a:extLst>
              <a:ext uri="{FF2B5EF4-FFF2-40B4-BE49-F238E27FC236}">
                <a16:creationId xmlns:a16="http://schemas.microsoft.com/office/drawing/2014/main" id="{D55AA48F-5F73-4327-B727-9A08FC933FB0}"/>
              </a:ext>
            </a:extLst>
          </p:cNvPr>
          <p:cNvSpPr txBox="1">
            <a:spLocks noGrp="1"/>
          </p:cNvSpPr>
          <p:nvPr>
            <p:ph type="ftr" sz="quarter" idx="9"/>
          </p:nvPr>
        </p:nvSpPr>
        <p:spPr/>
        <p:txBody>
          <a:bodyPr/>
          <a:lstStyle>
            <a:lvl1pPr>
              <a:defRPr/>
            </a:lvl1pPr>
          </a:lstStyle>
          <a:p>
            <a:pPr lvl="0"/>
            <a:endParaRPr lang="en-IE"/>
          </a:p>
        </p:txBody>
      </p:sp>
      <p:sp>
        <p:nvSpPr>
          <p:cNvPr id="9" name="Slide Number Placeholder 8">
            <a:extLst>
              <a:ext uri="{FF2B5EF4-FFF2-40B4-BE49-F238E27FC236}">
                <a16:creationId xmlns:a16="http://schemas.microsoft.com/office/drawing/2014/main" id="{AA57A28E-B8F2-4008-9970-AD444ABE6098}"/>
              </a:ext>
            </a:extLst>
          </p:cNvPr>
          <p:cNvSpPr txBox="1">
            <a:spLocks noGrp="1"/>
          </p:cNvSpPr>
          <p:nvPr>
            <p:ph type="sldNum" sz="quarter" idx="8"/>
          </p:nvPr>
        </p:nvSpPr>
        <p:spPr/>
        <p:txBody>
          <a:bodyPr/>
          <a:lstStyle>
            <a:lvl1pPr>
              <a:defRPr/>
            </a:lvl1pPr>
          </a:lstStyle>
          <a:p>
            <a:pPr lvl="0"/>
            <a:fld id="{3D512A80-D7CE-4375-AA29-5913D96A4402}" type="slidenum">
              <a:t>‹#›</a:t>
            </a:fld>
            <a:endParaRPr lang="en-IE"/>
          </a:p>
        </p:txBody>
      </p:sp>
    </p:spTree>
    <p:extLst>
      <p:ext uri="{BB962C8B-B14F-4D97-AF65-F5344CB8AC3E}">
        <p14:creationId xmlns:p14="http://schemas.microsoft.com/office/powerpoint/2010/main" val="1956867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05A41-5B32-4E6A-AC73-B6FEB32535D7}"/>
              </a:ext>
            </a:extLst>
          </p:cNvPr>
          <p:cNvSpPr txBox="1">
            <a:spLocks noGrp="1"/>
          </p:cNvSpPr>
          <p:nvPr>
            <p:ph type="title"/>
          </p:nvPr>
        </p:nvSpPr>
        <p:spPr/>
        <p:txBody>
          <a:bodyPr/>
          <a:lstStyle>
            <a:lvl1pPr>
              <a:defRPr/>
            </a:lvl1pPr>
          </a:lstStyle>
          <a:p>
            <a:pPr lvl="0"/>
            <a:r>
              <a:rPr lang="en-US"/>
              <a:t>Click to edit Master title style</a:t>
            </a:r>
            <a:endParaRPr lang="en-IE"/>
          </a:p>
        </p:txBody>
      </p:sp>
      <p:sp>
        <p:nvSpPr>
          <p:cNvPr id="3" name="Date Placeholder 2">
            <a:extLst>
              <a:ext uri="{FF2B5EF4-FFF2-40B4-BE49-F238E27FC236}">
                <a16:creationId xmlns:a16="http://schemas.microsoft.com/office/drawing/2014/main" id="{E510E8F8-7F57-4B40-8E2C-2DA062E64F8E}"/>
              </a:ext>
            </a:extLst>
          </p:cNvPr>
          <p:cNvSpPr txBox="1">
            <a:spLocks noGrp="1"/>
          </p:cNvSpPr>
          <p:nvPr>
            <p:ph type="dt" sz="half" idx="7"/>
          </p:nvPr>
        </p:nvSpPr>
        <p:spPr/>
        <p:txBody>
          <a:bodyPr/>
          <a:lstStyle>
            <a:lvl1pPr>
              <a:defRPr/>
            </a:lvl1pPr>
          </a:lstStyle>
          <a:p>
            <a:pPr lvl="0"/>
            <a:fld id="{0DD65CC3-5E1C-4627-9A97-E3E13AF59765}" type="datetime1">
              <a:rPr lang="en-IE"/>
              <a:pPr lvl="0"/>
              <a:t>05/08/2023</a:t>
            </a:fld>
            <a:endParaRPr lang="en-IE"/>
          </a:p>
        </p:txBody>
      </p:sp>
      <p:sp>
        <p:nvSpPr>
          <p:cNvPr id="4" name="Footer Placeholder 3">
            <a:extLst>
              <a:ext uri="{FF2B5EF4-FFF2-40B4-BE49-F238E27FC236}">
                <a16:creationId xmlns:a16="http://schemas.microsoft.com/office/drawing/2014/main" id="{4EB2EBF4-BCF0-476F-86B4-CD10656A6614}"/>
              </a:ext>
            </a:extLst>
          </p:cNvPr>
          <p:cNvSpPr txBox="1">
            <a:spLocks noGrp="1"/>
          </p:cNvSpPr>
          <p:nvPr>
            <p:ph type="ftr" sz="quarter" idx="9"/>
          </p:nvPr>
        </p:nvSpPr>
        <p:spPr/>
        <p:txBody>
          <a:bodyPr/>
          <a:lstStyle>
            <a:lvl1pPr>
              <a:defRPr/>
            </a:lvl1pPr>
          </a:lstStyle>
          <a:p>
            <a:pPr lvl="0"/>
            <a:endParaRPr lang="en-IE"/>
          </a:p>
        </p:txBody>
      </p:sp>
      <p:sp>
        <p:nvSpPr>
          <p:cNvPr id="5" name="Slide Number Placeholder 4">
            <a:extLst>
              <a:ext uri="{FF2B5EF4-FFF2-40B4-BE49-F238E27FC236}">
                <a16:creationId xmlns:a16="http://schemas.microsoft.com/office/drawing/2014/main" id="{116379E9-9A8B-4DC7-A18C-CF22AD310EEE}"/>
              </a:ext>
            </a:extLst>
          </p:cNvPr>
          <p:cNvSpPr txBox="1">
            <a:spLocks noGrp="1"/>
          </p:cNvSpPr>
          <p:nvPr>
            <p:ph type="sldNum" sz="quarter" idx="8"/>
          </p:nvPr>
        </p:nvSpPr>
        <p:spPr/>
        <p:txBody>
          <a:bodyPr/>
          <a:lstStyle>
            <a:lvl1pPr>
              <a:defRPr/>
            </a:lvl1pPr>
          </a:lstStyle>
          <a:p>
            <a:pPr lvl="0"/>
            <a:fld id="{5AF729E1-F16B-4EB7-8592-E213500524EA}" type="slidenum">
              <a:t>‹#›</a:t>
            </a:fld>
            <a:endParaRPr lang="en-IE"/>
          </a:p>
        </p:txBody>
      </p:sp>
    </p:spTree>
    <p:extLst>
      <p:ext uri="{BB962C8B-B14F-4D97-AF65-F5344CB8AC3E}">
        <p14:creationId xmlns:p14="http://schemas.microsoft.com/office/powerpoint/2010/main" val="1001723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AD7EAF-10F7-450F-B200-67820C625AB8}"/>
              </a:ext>
            </a:extLst>
          </p:cNvPr>
          <p:cNvSpPr txBox="1">
            <a:spLocks noGrp="1"/>
          </p:cNvSpPr>
          <p:nvPr>
            <p:ph type="dt" sz="half" idx="7"/>
          </p:nvPr>
        </p:nvSpPr>
        <p:spPr/>
        <p:txBody>
          <a:bodyPr/>
          <a:lstStyle>
            <a:lvl1pPr>
              <a:defRPr/>
            </a:lvl1pPr>
          </a:lstStyle>
          <a:p>
            <a:pPr lvl="0"/>
            <a:fld id="{A862FEEE-7CC5-4291-8A0E-FAEFFEDE2528}" type="datetime1">
              <a:rPr lang="en-IE"/>
              <a:pPr lvl="0"/>
              <a:t>05/08/2023</a:t>
            </a:fld>
            <a:endParaRPr lang="en-IE"/>
          </a:p>
        </p:txBody>
      </p:sp>
      <p:sp>
        <p:nvSpPr>
          <p:cNvPr id="3" name="Footer Placeholder 2">
            <a:extLst>
              <a:ext uri="{FF2B5EF4-FFF2-40B4-BE49-F238E27FC236}">
                <a16:creationId xmlns:a16="http://schemas.microsoft.com/office/drawing/2014/main" id="{A7739A07-2AE3-4610-BF86-496979C4BC49}"/>
              </a:ext>
            </a:extLst>
          </p:cNvPr>
          <p:cNvSpPr txBox="1">
            <a:spLocks noGrp="1"/>
          </p:cNvSpPr>
          <p:nvPr>
            <p:ph type="ftr" sz="quarter" idx="9"/>
          </p:nvPr>
        </p:nvSpPr>
        <p:spPr/>
        <p:txBody>
          <a:bodyPr/>
          <a:lstStyle>
            <a:lvl1pPr>
              <a:defRPr/>
            </a:lvl1pPr>
          </a:lstStyle>
          <a:p>
            <a:pPr lvl="0"/>
            <a:endParaRPr lang="en-IE"/>
          </a:p>
        </p:txBody>
      </p:sp>
      <p:sp>
        <p:nvSpPr>
          <p:cNvPr id="4" name="Slide Number Placeholder 3">
            <a:extLst>
              <a:ext uri="{FF2B5EF4-FFF2-40B4-BE49-F238E27FC236}">
                <a16:creationId xmlns:a16="http://schemas.microsoft.com/office/drawing/2014/main" id="{5E9CCA9F-38A3-47FF-8738-78AE2B71256F}"/>
              </a:ext>
            </a:extLst>
          </p:cNvPr>
          <p:cNvSpPr txBox="1">
            <a:spLocks noGrp="1"/>
          </p:cNvSpPr>
          <p:nvPr>
            <p:ph type="sldNum" sz="quarter" idx="8"/>
          </p:nvPr>
        </p:nvSpPr>
        <p:spPr/>
        <p:txBody>
          <a:bodyPr/>
          <a:lstStyle>
            <a:lvl1pPr>
              <a:defRPr/>
            </a:lvl1pPr>
          </a:lstStyle>
          <a:p>
            <a:pPr lvl="0"/>
            <a:fld id="{7959D5C0-2110-4A9C-ABC0-5DAB4B8F21F8}" type="slidenum">
              <a:t>‹#›</a:t>
            </a:fld>
            <a:endParaRPr lang="en-IE"/>
          </a:p>
        </p:txBody>
      </p:sp>
    </p:spTree>
    <p:extLst>
      <p:ext uri="{BB962C8B-B14F-4D97-AF65-F5344CB8AC3E}">
        <p14:creationId xmlns:p14="http://schemas.microsoft.com/office/powerpoint/2010/main" val="2639906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371DE-6409-410E-B3A2-8624F1EAF563}"/>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IE"/>
          </a:p>
        </p:txBody>
      </p:sp>
      <p:sp>
        <p:nvSpPr>
          <p:cNvPr id="3" name="Content Placeholder 2">
            <a:extLst>
              <a:ext uri="{FF2B5EF4-FFF2-40B4-BE49-F238E27FC236}">
                <a16:creationId xmlns:a16="http://schemas.microsoft.com/office/drawing/2014/main" id="{CEA7BBCD-44BE-4081-BCD5-B5FD1586320A}"/>
              </a:ext>
            </a:extLst>
          </p:cNvPr>
          <p:cNvSpPr txBox="1">
            <a:spLocks noGrp="1"/>
          </p:cNvSpPr>
          <p:nvPr>
            <p:ph idx="1"/>
          </p:nvPr>
        </p:nvSpPr>
        <p:spPr>
          <a:xfrm>
            <a:off x="5183184" y="987423"/>
            <a:ext cx="6172200" cy="4873623"/>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328A46CC-CB27-457F-B3B8-510BE7C9CBB8}"/>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E52D631E-754C-429A-B29D-9A63F2079542}"/>
              </a:ext>
            </a:extLst>
          </p:cNvPr>
          <p:cNvSpPr txBox="1">
            <a:spLocks noGrp="1"/>
          </p:cNvSpPr>
          <p:nvPr>
            <p:ph type="dt" sz="half" idx="7"/>
          </p:nvPr>
        </p:nvSpPr>
        <p:spPr/>
        <p:txBody>
          <a:bodyPr/>
          <a:lstStyle>
            <a:lvl1pPr>
              <a:defRPr/>
            </a:lvl1pPr>
          </a:lstStyle>
          <a:p>
            <a:pPr lvl="0"/>
            <a:fld id="{B939E851-F984-4DEB-AC52-75DB01245E45}" type="datetime1">
              <a:rPr lang="en-IE"/>
              <a:pPr lvl="0"/>
              <a:t>05/08/2023</a:t>
            </a:fld>
            <a:endParaRPr lang="en-IE"/>
          </a:p>
        </p:txBody>
      </p:sp>
      <p:sp>
        <p:nvSpPr>
          <p:cNvPr id="6" name="Footer Placeholder 5">
            <a:extLst>
              <a:ext uri="{FF2B5EF4-FFF2-40B4-BE49-F238E27FC236}">
                <a16:creationId xmlns:a16="http://schemas.microsoft.com/office/drawing/2014/main" id="{93D3BB3D-321B-4DAC-BC86-57C26E221F2B}"/>
              </a:ext>
            </a:extLst>
          </p:cNvPr>
          <p:cNvSpPr txBox="1">
            <a:spLocks noGrp="1"/>
          </p:cNvSpPr>
          <p:nvPr>
            <p:ph type="ftr" sz="quarter" idx="9"/>
          </p:nvPr>
        </p:nvSpPr>
        <p:spPr/>
        <p:txBody>
          <a:bodyPr/>
          <a:lstStyle>
            <a:lvl1pPr>
              <a:defRPr/>
            </a:lvl1pPr>
          </a:lstStyle>
          <a:p>
            <a:pPr lvl="0"/>
            <a:endParaRPr lang="en-IE"/>
          </a:p>
        </p:txBody>
      </p:sp>
      <p:sp>
        <p:nvSpPr>
          <p:cNvPr id="7" name="Slide Number Placeholder 6">
            <a:extLst>
              <a:ext uri="{FF2B5EF4-FFF2-40B4-BE49-F238E27FC236}">
                <a16:creationId xmlns:a16="http://schemas.microsoft.com/office/drawing/2014/main" id="{498A6C38-C4AD-4E94-B25C-71C19C8EAF45}"/>
              </a:ext>
            </a:extLst>
          </p:cNvPr>
          <p:cNvSpPr txBox="1">
            <a:spLocks noGrp="1"/>
          </p:cNvSpPr>
          <p:nvPr>
            <p:ph type="sldNum" sz="quarter" idx="8"/>
          </p:nvPr>
        </p:nvSpPr>
        <p:spPr/>
        <p:txBody>
          <a:bodyPr/>
          <a:lstStyle>
            <a:lvl1pPr>
              <a:defRPr/>
            </a:lvl1pPr>
          </a:lstStyle>
          <a:p>
            <a:pPr lvl="0"/>
            <a:fld id="{5C02251A-E040-4644-8904-12C7879C3D84}" type="slidenum">
              <a:t>‹#›</a:t>
            </a:fld>
            <a:endParaRPr lang="en-IE"/>
          </a:p>
        </p:txBody>
      </p:sp>
    </p:spTree>
    <p:extLst>
      <p:ext uri="{BB962C8B-B14F-4D97-AF65-F5344CB8AC3E}">
        <p14:creationId xmlns:p14="http://schemas.microsoft.com/office/powerpoint/2010/main" val="15359836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26440-2FC2-4A68-8202-9CE985B0C936}"/>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IE"/>
          </a:p>
        </p:txBody>
      </p:sp>
      <p:sp>
        <p:nvSpPr>
          <p:cNvPr id="3" name="Picture Placeholder 2">
            <a:extLst>
              <a:ext uri="{FF2B5EF4-FFF2-40B4-BE49-F238E27FC236}">
                <a16:creationId xmlns:a16="http://schemas.microsoft.com/office/drawing/2014/main" id="{C0B92236-B3B1-4A2E-B9A6-C2C914265945}"/>
              </a:ext>
            </a:extLst>
          </p:cNvPr>
          <p:cNvSpPr txBox="1">
            <a:spLocks noGrp="1"/>
          </p:cNvSpPr>
          <p:nvPr>
            <p:ph type="pic" idx="1"/>
          </p:nvPr>
        </p:nvSpPr>
        <p:spPr>
          <a:xfrm>
            <a:off x="5183184" y="987423"/>
            <a:ext cx="6172200" cy="4873623"/>
          </a:xfrm>
        </p:spPr>
        <p:txBody>
          <a:bodyPr/>
          <a:lstStyle>
            <a:lvl1pPr marL="0" indent="0">
              <a:buNone/>
              <a:defRPr lang="en-IE" sz="3200"/>
            </a:lvl1pPr>
          </a:lstStyle>
          <a:p>
            <a:pPr lvl="0"/>
            <a:endParaRPr lang="en-IE"/>
          </a:p>
        </p:txBody>
      </p:sp>
      <p:sp>
        <p:nvSpPr>
          <p:cNvPr id="4" name="Text Placeholder 3">
            <a:extLst>
              <a:ext uri="{FF2B5EF4-FFF2-40B4-BE49-F238E27FC236}">
                <a16:creationId xmlns:a16="http://schemas.microsoft.com/office/drawing/2014/main" id="{044281B7-2CDC-4441-8FD0-28937214DBB4}"/>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A852D01B-8C66-4931-993B-967AF078F494}"/>
              </a:ext>
            </a:extLst>
          </p:cNvPr>
          <p:cNvSpPr txBox="1">
            <a:spLocks noGrp="1"/>
          </p:cNvSpPr>
          <p:nvPr>
            <p:ph type="dt" sz="half" idx="7"/>
          </p:nvPr>
        </p:nvSpPr>
        <p:spPr/>
        <p:txBody>
          <a:bodyPr/>
          <a:lstStyle>
            <a:lvl1pPr>
              <a:defRPr/>
            </a:lvl1pPr>
          </a:lstStyle>
          <a:p>
            <a:pPr lvl="0"/>
            <a:fld id="{7CDDB2FC-B017-4390-96F3-F348A977BC17}" type="datetime1">
              <a:rPr lang="en-IE"/>
              <a:pPr lvl="0"/>
              <a:t>05/08/2023</a:t>
            </a:fld>
            <a:endParaRPr lang="en-IE"/>
          </a:p>
        </p:txBody>
      </p:sp>
      <p:sp>
        <p:nvSpPr>
          <p:cNvPr id="6" name="Footer Placeholder 5">
            <a:extLst>
              <a:ext uri="{FF2B5EF4-FFF2-40B4-BE49-F238E27FC236}">
                <a16:creationId xmlns:a16="http://schemas.microsoft.com/office/drawing/2014/main" id="{D28ADD21-32DD-489A-BAC4-620A37940DB2}"/>
              </a:ext>
            </a:extLst>
          </p:cNvPr>
          <p:cNvSpPr txBox="1">
            <a:spLocks noGrp="1"/>
          </p:cNvSpPr>
          <p:nvPr>
            <p:ph type="ftr" sz="quarter" idx="9"/>
          </p:nvPr>
        </p:nvSpPr>
        <p:spPr/>
        <p:txBody>
          <a:bodyPr/>
          <a:lstStyle>
            <a:lvl1pPr>
              <a:defRPr/>
            </a:lvl1pPr>
          </a:lstStyle>
          <a:p>
            <a:pPr lvl="0"/>
            <a:endParaRPr lang="en-IE"/>
          </a:p>
        </p:txBody>
      </p:sp>
      <p:sp>
        <p:nvSpPr>
          <p:cNvPr id="7" name="Slide Number Placeholder 6">
            <a:extLst>
              <a:ext uri="{FF2B5EF4-FFF2-40B4-BE49-F238E27FC236}">
                <a16:creationId xmlns:a16="http://schemas.microsoft.com/office/drawing/2014/main" id="{351B3EBE-2B5D-44C6-9693-44E1219B1902}"/>
              </a:ext>
            </a:extLst>
          </p:cNvPr>
          <p:cNvSpPr txBox="1">
            <a:spLocks noGrp="1"/>
          </p:cNvSpPr>
          <p:nvPr>
            <p:ph type="sldNum" sz="quarter" idx="8"/>
          </p:nvPr>
        </p:nvSpPr>
        <p:spPr/>
        <p:txBody>
          <a:bodyPr/>
          <a:lstStyle>
            <a:lvl1pPr>
              <a:defRPr/>
            </a:lvl1pPr>
          </a:lstStyle>
          <a:p>
            <a:pPr lvl="0"/>
            <a:fld id="{F789870A-D8EC-4099-AF31-058DDC2C8B96}" type="slidenum">
              <a:t>‹#›</a:t>
            </a:fld>
            <a:endParaRPr lang="en-IE"/>
          </a:p>
        </p:txBody>
      </p:sp>
    </p:spTree>
    <p:extLst>
      <p:ext uri="{BB962C8B-B14F-4D97-AF65-F5344CB8AC3E}">
        <p14:creationId xmlns:p14="http://schemas.microsoft.com/office/powerpoint/2010/main" val="2975394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77093-A7C8-40B8-BA11-4898098F2AF5}"/>
              </a:ext>
            </a:extLst>
          </p:cNvPr>
          <p:cNvSpPr txBox="1">
            <a:spLocks noGrp="1"/>
          </p:cNvSpPr>
          <p:nvPr>
            <p:ph type="title"/>
          </p:nvPr>
        </p:nvSpPr>
        <p:spPr/>
        <p:txBody>
          <a:bodyPr/>
          <a:lstStyle>
            <a:lvl1pPr>
              <a:defRPr/>
            </a:lvl1pPr>
          </a:lstStyle>
          <a:p>
            <a:pPr lvl="0"/>
            <a:r>
              <a:rPr lang="en-US"/>
              <a:t>Click to edit Master title style</a:t>
            </a:r>
            <a:endParaRPr lang="en-IE"/>
          </a:p>
        </p:txBody>
      </p:sp>
      <p:sp>
        <p:nvSpPr>
          <p:cNvPr id="3" name="Vertical Text Placeholder 2">
            <a:extLst>
              <a:ext uri="{FF2B5EF4-FFF2-40B4-BE49-F238E27FC236}">
                <a16:creationId xmlns:a16="http://schemas.microsoft.com/office/drawing/2014/main" id="{1B3A020F-8414-4C61-9703-4FF58AB20FFE}"/>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0FA0DBFC-CA25-46AE-AA8F-AEBDD18D08C2}"/>
              </a:ext>
            </a:extLst>
          </p:cNvPr>
          <p:cNvSpPr txBox="1">
            <a:spLocks noGrp="1"/>
          </p:cNvSpPr>
          <p:nvPr>
            <p:ph type="dt" sz="half" idx="7"/>
          </p:nvPr>
        </p:nvSpPr>
        <p:spPr/>
        <p:txBody>
          <a:bodyPr/>
          <a:lstStyle>
            <a:lvl1pPr>
              <a:defRPr/>
            </a:lvl1pPr>
          </a:lstStyle>
          <a:p>
            <a:pPr lvl="0"/>
            <a:fld id="{53C42BB8-3357-4A75-A58D-31690D39D134}" type="datetime1">
              <a:rPr lang="en-IE"/>
              <a:pPr lvl="0"/>
              <a:t>05/08/2023</a:t>
            </a:fld>
            <a:endParaRPr lang="en-IE"/>
          </a:p>
        </p:txBody>
      </p:sp>
      <p:sp>
        <p:nvSpPr>
          <p:cNvPr id="5" name="Footer Placeholder 4">
            <a:extLst>
              <a:ext uri="{FF2B5EF4-FFF2-40B4-BE49-F238E27FC236}">
                <a16:creationId xmlns:a16="http://schemas.microsoft.com/office/drawing/2014/main" id="{13750402-3BAF-4EE6-99B3-9950F8550555}"/>
              </a:ext>
            </a:extLst>
          </p:cNvPr>
          <p:cNvSpPr txBox="1">
            <a:spLocks noGrp="1"/>
          </p:cNvSpPr>
          <p:nvPr>
            <p:ph type="ftr" sz="quarter" idx="9"/>
          </p:nvPr>
        </p:nvSpPr>
        <p:spPr/>
        <p:txBody>
          <a:bodyPr/>
          <a:lstStyle>
            <a:lvl1pPr>
              <a:defRPr/>
            </a:lvl1pPr>
          </a:lstStyle>
          <a:p>
            <a:pPr lvl="0"/>
            <a:endParaRPr lang="en-IE"/>
          </a:p>
        </p:txBody>
      </p:sp>
      <p:sp>
        <p:nvSpPr>
          <p:cNvPr id="6" name="Slide Number Placeholder 5">
            <a:extLst>
              <a:ext uri="{FF2B5EF4-FFF2-40B4-BE49-F238E27FC236}">
                <a16:creationId xmlns:a16="http://schemas.microsoft.com/office/drawing/2014/main" id="{926620D8-2217-4D52-A58B-22961D683EE3}"/>
              </a:ext>
            </a:extLst>
          </p:cNvPr>
          <p:cNvSpPr txBox="1">
            <a:spLocks noGrp="1"/>
          </p:cNvSpPr>
          <p:nvPr>
            <p:ph type="sldNum" sz="quarter" idx="8"/>
          </p:nvPr>
        </p:nvSpPr>
        <p:spPr/>
        <p:txBody>
          <a:bodyPr/>
          <a:lstStyle>
            <a:lvl1pPr>
              <a:defRPr/>
            </a:lvl1pPr>
          </a:lstStyle>
          <a:p>
            <a:pPr lvl="0"/>
            <a:fld id="{38C01828-2B02-4D18-9846-13ED9B163862}" type="slidenum">
              <a:t>‹#›</a:t>
            </a:fld>
            <a:endParaRPr lang="en-IE"/>
          </a:p>
        </p:txBody>
      </p:sp>
    </p:spTree>
    <p:extLst>
      <p:ext uri="{BB962C8B-B14F-4D97-AF65-F5344CB8AC3E}">
        <p14:creationId xmlns:p14="http://schemas.microsoft.com/office/powerpoint/2010/main" val="2884760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049083-3989-42B7-96C8-7832F67B819F}"/>
              </a:ext>
            </a:extLst>
          </p:cNvPr>
          <p:cNvSpPr txBox="1">
            <a:spLocks noGrp="1"/>
          </p:cNvSpPr>
          <p:nvPr>
            <p:ph type="title" orient="vert"/>
          </p:nvPr>
        </p:nvSpPr>
        <p:spPr>
          <a:xfrm>
            <a:off x="8724903" y="365129"/>
            <a:ext cx="2628899" cy="5811834"/>
          </a:xfrm>
        </p:spPr>
        <p:txBody>
          <a:bodyPr vert="eaVert"/>
          <a:lstStyle>
            <a:lvl1pPr>
              <a:defRPr/>
            </a:lvl1pPr>
          </a:lstStyle>
          <a:p>
            <a:pPr lvl="0"/>
            <a:r>
              <a:rPr lang="en-US"/>
              <a:t>Click to edit Master title style</a:t>
            </a:r>
            <a:endParaRPr lang="en-IE"/>
          </a:p>
        </p:txBody>
      </p:sp>
      <p:sp>
        <p:nvSpPr>
          <p:cNvPr id="3" name="Vertical Text Placeholder 2">
            <a:extLst>
              <a:ext uri="{FF2B5EF4-FFF2-40B4-BE49-F238E27FC236}">
                <a16:creationId xmlns:a16="http://schemas.microsoft.com/office/drawing/2014/main" id="{D689CA8A-C54F-45ED-9EFB-B8531E5FF578}"/>
              </a:ext>
            </a:extLst>
          </p:cNvPr>
          <p:cNvSpPr txBox="1">
            <a:spLocks noGrp="1"/>
          </p:cNvSpPr>
          <p:nvPr>
            <p:ph type="body" orient="vert" idx="1"/>
          </p:nvPr>
        </p:nvSpPr>
        <p:spPr>
          <a:xfrm>
            <a:off x="838203" y="365129"/>
            <a:ext cx="7734296" cy="5811834"/>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9E7F41B2-E7EB-43DA-AC79-2E37D5240AF9}"/>
              </a:ext>
            </a:extLst>
          </p:cNvPr>
          <p:cNvSpPr txBox="1">
            <a:spLocks noGrp="1"/>
          </p:cNvSpPr>
          <p:nvPr>
            <p:ph type="dt" sz="half" idx="7"/>
          </p:nvPr>
        </p:nvSpPr>
        <p:spPr/>
        <p:txBody>
          <a:bodyPr/>
          <a:lstStyle>
            <a:lvl1pPr>
              <a:defRPr/>
            </a:lvl1pPr>
          </a:lstStyle>
          <a:p>
            <a:pPr lvl="0"/>
            <a:fld id="{62F5966C-0DCD-4EB0-B11C-A78126EF15F7}" type="datetime1">
              <a:rPr lang="en-IE"/>
              <a:pPr lvl="0"/>
              <a:t>05/08/2023</a:t>
            </a:fld>
            <a:endParaRPr lang="en-IE"/>
          </a:p>
        </p:txBody>
      </p:sp>
      <p:sp>
        <p:nvSpPr>
          <p:cNvPr id="5" name="Footer Placeholder 4">
            <a:extLst>
              <a:ext uri="{FF2B5EF4-FFF2-40B4-BE49-F238E27FC236}">
                <a16:creationId xmlns:a16="http://schemas.microsoft.com/office/drawing/2014/main" id="{520010A0-FD8D-459E-8D1F-23EEDDC407DA}"/>
              </a:ext>
            </a:extLst>
          </p:cNvPr>
          <p:cNvSpPr txBox="1">
            <a:spLocks noGrp="1"/>
          </p:cNvSpPr>
          <p:nvPr>
            <p:ph type="ftr" sz="quarter" idx="9"/>
          </p:nvPr>
        </p:nvSpPr>
        <p:spPr/>
        <p:txBody>
          <a:bodyPr/>
          <a:lstStyle>
            <a:lvl1pPr>
              <a:defRPr/>
            </a:lvl1pPr>
          </a:lstStyle>
          <a:p>
            <a:pPr lvl="0"/>
            <a:endParaRPr lang="en-IE"/>
          </a:p>
        </p:txBody>
      </p:sp>
      <p:sp>
        <p:nvSpPr>
          <p:cNvPr id="6" name="Slide Number Placeholder 5">
            <a:extLst>
              <a:ext uri="{FF2B5EF4-FFF2-40B4-BE49-F238E27FC236}">
                <a16:creationId xmlns:a16="http://schemas.microsoft.com/office/drawing/2014/main" id="{8E91D65E-EF03-45AC-A069-887ED74BA7B4}"/>
              </a:ext>
            </a:extLst>
          </p:cNvPr>
          <p:cNvSpPr txBox="1">
            <a:spLocks noGrp="1"/>
          </p:cNvSpPr>
          <p:nvPr>
            <p:ph type="sldNum" sz="quarter" idx="8"/>
          </p:nvPr>
        </p:nvSpPr>
        <p:spPr/>
        <p:txBody>
          <a:bodyPr/>
          <a:lstStyle>
            <a:lvl1pPr>
              <a:defRPr/>
            </a:lvl1pPr>
          </a:lstStyle>
          <a:p>
            <a:pPr lvl="0"/>
            <a:fld id="{73ED7FDA-126B-4A00-90BC-16555BED97A6}" type="slidenum">
              <a:t>‹#›</a:t>
            </a:fld>
            <a:endParaRPr lang="en-IE"/>
          </a:p>
        </p:txBody>
      </p:sp>
    </p:spTree>
    <p:extLst>
      <p:ext uri="{BB962C8B-B14F-4D97-AF65-F5344CB8AC3E}">
        <p14:creationId xmlns:p14="http://schemas.microsoft.com/office/powerpoint/2010/main" val="40980274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Slide Layout">
    <p:spTree>
      <p:nvGrpSpPr>
        <p:cNvPr id="1" name=""/>
        <p:cNvGrpSpPr/>
        <p:nvPr/>
      </p:nvGrpSpPr>
      <p:grpSpPr>
        <a:xfrm>
          <a:off x="0" y="0"/>
          <a:ext cx="0" cy="0"/>
          <a:chOff x="0" y="0"/>
          <a:chExt cx="0" cy="0"/>
        </a:xfrm>
      </p:grpSpPr>
      <p:sp>
        <p:nvSpPr>
          <p:cNvPr id="2" name="Rectangle 13" descr="light gray background for top half of slide">
            <a:extLst>
              <a:ext uri="{FF2B5EF4-FFF2-40B4-BE49-F238E27FC236}">
                <a16:creationId xmlns:a16="http://schemas.microsoft.com/office/drawing/2014/main" id="{2F37B7AE-102C-44A8-B412-85C2DE0A21EB}"/>
              </a:ext>
            </a:extLst>
          </p:cNvPr>
          <p:cNvSpPr/>
          <p:nvPr/>
        </p:nvSpPr>
        <p:spPr>
          <a:xfrm>
            <a:off x="0" y="0"/>
            <a:ext cx="12191996" cy="4819646"/>
          </a:xfrm>
          <a:prstGeom prst="rect">
            <a:avLst/>
          </a:prstGeom>
          <a:gradFill>
            <a:gsLst>
              <a:gs pos="0">
                <a:srgbClr val="FFFFFF"/>
              </a:gs>
              <a:gs pos="100000">
                <a:srgbClr val="F2F2F2"/>
              </a:gs>
            </a:gsLst>
            <a:lin ang="5400000"/>
          </a:gra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400" b="0" i="0" u="none" strike="noStrike" kern="1200" cap="none" spc="0" baseline="0">
              <a:solidFill>
                <a:srgbClr val="4D4D4D"/>
              </a:solidFill>
              <a:uFillTx/>
              <a:latin typeface="Arial" pitchFamily="34"/>
            </a:endParaRPr>
          </a:p>
        </p:txBody>
      </p:sp>
      <p:sp>
        <p:nvSpPr>
          <p:cNvPr id="3" name="Text Placeholder 5">
            <a:extLst>
              <a:ext uri="{FF2B5EF4-FFF2-40B4-BE49-F238E27FC236}">
                <a16:creationId xmlns:a16="http://schemas.microsoft.com/office/drawing/2014/main" id="{B57A08C1-D913-4F10-9528-CC90B1954F7B}"/>
              </a:ext>
            </a:extLst>
          </p:cNvPr>
          <p:cNvSpPr txBox="1">
            <a:spLocks noGrp="1"/>
          </p:cNvSpPr>
          <p:nvPr>
            <p:ph type="body" idx="4294967295"/>
          </p:nvPr>
        </p:nvSpPr>
        <p:spPr>
          <a:xfrm>
            <a:off x="5348380" y="160001"/>
            <a:ext cx="6608844" cy="361828"/>
          </a:xfrm>
        </p:spPr>
        <p:txBody>
          <a:bodyPr/>
          <a:lstStyle>
            <a:lvl1pPr marL="0" indent="0" algn="r">
              <a:buNone/>
              <a:defRPr sz="2133">
                <a:solidFill>
                  <a:srgbClr val="4D4D4D"/>
                </a:solidFill>
              </a:defRPr>
            </a:lvl1pPr>
          </a:lstStyle>
          <a:p>
            <a:pPr lvl="0"/>
            <a:r>
              <a:rPr lang="en-US"/>
              <a:t>DATE HERE</a:t>
            </a:r>
          </a:p>
        </p:txBody>
      </p:sp>
      <p:sp>
        <p:nvSpPr>
          <p:cNvPr id="4" name="Subtitle 2">
            <a:extLst>
              <a:ext uri="{FF2B5EF4-FFF2-40B4-BE49-F238E27FC236}">
                <a16:creationId xmlns:a16="http://schemas.microsoft.com/office/drawing/2014/main" id="{3A0D895F-45E3-41C5-89A6-97D917EAB401}"/>
              </a:ext>
            </a:extLst>
          </p:cNvPr>
          <p:cNvSpPr txBox="1">
            <a:spLocks noGrp="1"/>
          </p:cNvSpPr>
          <p:nvPr>
            <p:ph type="subTitle" idx="4294967295"/>
          </p:nvPr>
        </p:nvSpPr>
        <p:spPr>
          <a:xfrm>
            <a:off x="274448" y="1032375"/>
            <a:ext cx="7697949" cy="508433"/>
          </a:xfrm>
        </p:spPr>
        <p:txBody>
          <a:bodyPr>
            <a:noAutofit/>
          </a:bodyPr>
          <a:lstStyle>
            <a:lvl1pPr marL="0" indent="0">
              <a:buNone/>
              <a:defRPr sz="2400">
                <a:solidFill>
                  <a:srgbClr val="4D4D4D"/>
                </a:solidFill>
                <a:latin typeface="Arial" pitchFamily="34"/>
                <a:cs typeface="Arial" pitchFamily="34"/>
              </a:defRPr>
            </a:lvl1pPr>
          </a:lstStyle>
          <a:p>
            <a:pPr lvl="0"/>
            <a:r>
              <a:rPr lang="en-US"/>
              <a:t>GROUP NAME HERE</a:t>
            </a:r>
          </a:p>
        </p:txBody>
      </p:sp>
      <p:sp>
        <p:nvSpPr>
          <p:cNvPr id="5" name="Title 1">
            <a:extLst>
              <a:ext uri="{FF2B5EF4-FFF2-40B4-BE49-F238E27FC236}">
                <a16:creationId xmlns:a16="http://schemas.microsoft.com/office/drawing/2014/main" id="{18EE28D7-20EA-489B-8931-63357AD16EE7}"/>
              </a:ext>
            </a:extLst>
          </p:cNvPr>
          <p:cNvSpPr txBox="1">
            <a:spLocks noGrp="1"/>
          </p:cNvSpPr>
          <p:nvPr>
            <p:ph type="title"/>
          </p:nvPr>
        </p:nvSpPr>
        <p:spPr>
          <a:xfrm>
            <a:off x="274448" y="1560451"/>
            <a:ext cx="7264395" cy="1486082"/>
          </a:xfrm>
        </p:spPr>
        <p:txBody>
          <a:bodyPr anchor="t">
            <a:noAutofit/>
          </a:bodyPr>
          <a:lstStyle>
            <a:lvl1pPr>
              <a:defRPr sz="4267" b="1" cap="all">
                <a:solidFill>
                  <a:srgbClr val="4D4D4D"/>
                </a:solidFill>
              </a:defRPr>
            </a:lvl1pPr>
          </a:lstStyle>
          <a:p>
            <a:pPr lvl="0"/>
            <a:r>
              <a:rPr lang="en-US"/>
              <a:t>Click to edit Master title style</a:t>
            </a:r>
          </a:p>
        </p:txBody>
      </p:sp>
      <p:sp>
        <p:nvSpPr>
          <p:cNvPr id="6" name="Text Placeholder 4">
            <a:extLst>
              <a:ext uri="{FF2B5EF4-FFF2-40B4-BE49-F238E27FC236}">
                <a16:creationId xmlns:a16="http://schemas.microsoft.com/office/drawing/2014/main" id="{A1788410-D205-42C0-A58F-4B4E9758E002}"/>
              </a:ext>
            </a:extLst>
          </p:cNvPr>
          <p:cNvSpPr txBox="1">
            <a:spLocks noGrp="1"/>
          </p:cNvSpPr>
          <p:nvPr>
            <p:ph type="body" idx="4294967295"/>
          </p:nvPr>
        </p:nvSpPr>
        <p:spPr>
          <a:xfrm>
            <a:off x="274448" y="3070244"/>
            <a:ext cx="6093707" cy="323276"/>
          </a:xfrm>
        </p:spPr>
        <p:txBody>
          <a:bodyPr anchor="ctr"/>
          <a:lstStyle>
            <a:lvl1pPr marL="0" indent="0" defTabSz="1219169">
              <a:lnSpc>
                <a:spcPct val="100000"/>
              </a:lnSpc>
              <a:spcBef>
                <a:spcPts val="500"/>
              </a:spcBef>
              <a:buNone/>
              <a:defRPr sz="2133" b="1">
                <a:solidFill>
                  <a:srgbClr val="409633"/>
                </a:solidFill>
              </a:defRPr>
            </a:lvl1pPr>
          </a:lstStyle>
          <a:p>
            <a:pPr lvl="0"/>
            <a:r>
              <a:rPr lang="en-US"/>
              <a:t>Presenter name</a:t>
            </a:r>
          </a:p>
        </p:txBody>
      </p:sp>
      <p:sp>
        <p:nvSpPr>
          <p:cNvPr id="7" name="Text Placeholder 4">
            <a:extLst>
              <a:ext uri="{FF2B5EF4-FFF2-40B4-BE49-F238E27FC236}">
                <a16:creationId xmlns:a16="http://schemas.microsoft.com/office/drawing/2014/main" id="{86DD5F2E-5EA5-42DB-A346-982BA2751C4C}"/>
              </a:ext>
            </a:extLst>
          </p:cNvPr>
          <p:cNvSpPr txBox="1">
            <a:spLocks noGrp="1"/>
          </p:cNvSpPr>
          <p:nvPr>
            <p:ph type="body" idx="4294967295"/>
          </p:nvPr>
        </p:nvSpPr>
        <p:spPr>
          <a:xfrm>
            <a:off x="274448" y="3413592"/>
            <a:ext cx="6093707" cy="307476"/>
          </a:xfrm>
        </p:spPr>
        <p:txBody>
          <a:bodyPr anchor="ctr"/>
          <a:lstStyle>
            <a:lvl1pPr marL="0" indent="0" defTabSz="1219169">
              <a:lnSpc>
                <a:spcPct val="100000"/>
              </a:lnSpc>
              <a:spcBef>
                <a:spcPts val="500"/>
              </a:spcBef>
              <a:buNone/>
              <a:defRPr sz="2133">
                <a:solidFill>
                  <a:srgbClr val="4D4D4D"/>
                </a:solidFill>
              </a:defRPr>
            </a:lvl1pPr>
          </a:lstStyle>
          <a:p>
            <a:pPr lvl="0"/>
            <a:r>
              <a:rPr lang="en-US"/>
              <a:t>Presenter Title</a:t>
            </a:r>
          </a:p>
        </p:txBody>
      </p:sp>
      <p:pic>
        <p:nvPicPr>
          <p:cNvPr id="8" name="Picture 10" descr="Fidelity green line logo">
            <a:extLst>
              <a:ext uri="{FF2B5EF4-FFF2-40B4-BE49-F238E27FC236}">
                <a16:creationId xmlns:a16="http://schemas.microsoft.com/office/drawing/2014/main" id="{5CE3E356-26DD-409E-84FF-3387AADEFC8C}"/>
              </a:ext>
            </a:extLst>
          </p:cNvPr>
          <p:cNvPicPr>
            <a:picLocks noChangeAspect="1"/>
          </p:cNvPicPr>
          <p:nvPr/>
        </p:nvPicPr>
        <p:blipFill>
          <a:blip r:embed="rId2"/>
          <a:stretch>
            <a:fillRect/>
          </a:stretch>
        </p:blipFill>
        <p:spPr>
          <a:xfrm>
            <a:off x="0" y="3721068"/>
            <a:ext cx="8974671" cy="2104555"/>
          </a:xfrm>
          <a:prstGeom prst="rect">
            <a:avLst/>
          </a:prstGeom>
          <a:noFill/>
          <a:ln cap="flat">
            <a:noFill/>
          </a:ln>
        </p:spPr>
      </p:pic>
    </p:spTree>
    <p:extLst>
      <p:ext uri="{BB962C8B-B14F-4D97-AF65-F5344CB8AC3E}">
        <p14:creationId xmlns:p14="http://schemas.microsoft.com/office/powerpoint/2010/main" val="85543003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Rectangle 8" descr="narrow gray bar at the top of the slide">
            <a:extLst>
              <a:ext uri="{FF2B5EF4-FFF2-40B4-BE49-F238E27FC236}">
                <a16:creationId xmlns:a16="http://schemas.microsoft.com/office/drawing/2014/main" id="{17C93AD0-C058-4021-8048-0241E32D2825}"/>
              </a:ext>
            </a:extLst>
          </p:cNvPr>
          <p:cNvSpPr/>
          <p:nvPr/>
        </p:nvSpPr>
        <p:spPr>
          <a:xfrm>
            <a:off x="0" y="0"/>
            <a:ext cx="12191996" cy="109728"/>
          </a:xfrm>
          <a:prstGeom prst="rect">
            <a:avLst/>
          </a:prstGeom>
          <a:solidFill>
            <a:srgbClr val="D9D9D9"/>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3" name="Text Placeholder 2">
            <a:extLst>
              <a:ext uri="{FF2B5EF4-FFF2-40B4-BE49-F238E27FC236}">
                <a16:creationId xmlns:a16="http://schemas.microsoft.com/office/drawing/2014/main" id="{92866B8B-99E9-433A-B143-DEC5EB2A1FCB}"/>
              </a:ext>
            </a:extLst>
          </p:cNvPr>
          <p:cNvSpPr txBox="1">
            <a:spLocks noGrp="1"/>
          </p:cNvSpPr>
          <p:nvPr>
            <p:ph type="body" idx="4294967295"/>
          </p:nvPr>
        </p:nvSpPr>
        <p:spPr>
          <a:xfrm>
            <a:off x="255199" y="282577"/>
            <a:ext cx="11190290" cy="530223"/>
          </a:xfrm>
        </p:spPr>
        <p:txBody>
          <a:bodyPr/>
          <a:lstStyle>
            <a:lvl1pPr marL="0" indent="0">
              <a:buNone/>
              <a:defRPr b="1"/>
            </a:lvl1pPr>
          </a:lstStyle>
          <a:p>
            <a:pPr lvl="0"/>
            <a:r>
              <a:rPr lang="en-US"/>
              <a:t>Click to edit Master text styles</a:t>
            </a:r>
          </a:p>
        </p:txBody>
      </p:sp>
      <p:sp>
        <p:nvSpPr>
          <p:cNvPr id="4" name="Slide Number Placeholder 5">
            <a:extLst>
              <a:ext uri="{FF2B5EF4-FFF2-40B4-BE49-F238E27FC236}">
                <a16:creationId xmlns:a16="http://schemas.microsoft.com/office/drawing/2014/main" id="{50A8B1A5-AE0C-4029-874F-92FC519EFB72}"/>
              </a:ext>
            </a:extLst>
          </p:cNvPr>
          <p:cNvSpPr txBox="1">
            <a:spLocks noGrp="1"/>
          </p:cNvSpPr>
          <p:nvPr>
            <p:ph type="sldNum" sz="quarter" idx="8"/>
          </p:nvPr>
        </p:nvSpPr>
        <p:spPr>
          <a:xfrm>
            <a:off x="-91650" y="6405454"/>
            <a:ext cx="621298" cy="365129"/>
          </a:xfrm>
        </p:spPr>
        <p:txBody>
          <a:bodyPr/>
          <a:lstStyle>
            <a:lvl1pPr>
              <a:defRPr lang="en-US" sz="1067">
                <a:solidFill>
                  <a:srgbClr val="A6A6A6"/>
                </a:solidFill>
                <a:latin typeface="Fidelity Sans" pitchFamily="34"/>
              </a:defRPr>
            </a:lvl1pPr>
          </a:lstStyle>
          <a:p>
            <a:pPr lvl="0"/>
            <a:fld id="{944EDD53-359D-4087-9772-FCDD00B823F8}" type="slidenum">
              <a:t>‹#›</a:t>
            </a:fld>
            <a:endParaRPr lang="en-US"/>
          </a:p>
        </p:txBody>
      </p:sp>
    </p:spTree>
    <p:extLst>
      <p:ext uri="{BB962C8B-B14F-4D97-AF65-F5344CB8AC3E}">
        <p14:creationId xmlns:p14="http://schemas.microsoft.com/office/powerpoint/2010/main" val="425673903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Divider Slide Layout">
    <p:spTree>
      <p:nvGrpSpPr>
        <p:cNvPr id="1" name=""/>
        <p:cNvGrpSpPr/>
        <p:nvPr/>
      </p:nvGrpSpPr>
      <p:grpSpPr>
        <a:xfrm>
          <a:off x="0" y="0"/>
          <a:ext cx="0" cy="0"/>
          <a:chOff x="0" y="0"/>
          <a:chExt cx="0" cy="0"/>
        </a:xfrm>
      </p:grpSpPr>
      <p:sp>
        <p:nvSpPr>
          <p:cNvPr id="18" name="Rectangle 17" descr="light gray background for top half of slide"/>
          <p:cNvSpPr/>
          <p:nvPr userDrawn="1"/>
        </p:nvSpPr>
        <p:spPr>
          <a:xfrm>
            <a:off x="0" y="7316"/>
            <a:ext cx="12192000" cy="4179777"/>
          </a:xfrm>
          <a:prstGeom prst="rect">
            <a:avLst/>
          </a:prstGeom>
          <a:gradFill>
            <a:gsLst>
              <a:gs pos="0">
                <a:schemeClr val="bg1"/>
              </a:gs>
              <a:gs pos="99000">
                <a:schemeClr val="bg1">
                  <a:lumMod val="9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Arial" panose="020B0604020202020204" pitchFamily="34" charset="0"/>
            </a:endParaRPr>
          </a:p>
        </p:txBody>
      </p:sp>
      <p:pic>
        <p:nvPicPr>
          <p:cNvPr id="19" name="Picture 18" descr="Fidelity green line arrow logo"/>
          <p:cNvPicPr>
            <a:picLocks noChangeAspect="1"/>
          </p:cNvPicPr>
          <p:nvPr userDrawn="1"/>
        </p:nvPicPr>
        <p:blipFill rotWithShape="1">
          <a:blip r:embed="rId2" cstate="print">
            <a:alphaModFix/>
            <a:extLst>
              <a:ext uri="{28A0092B-C50C-407E-A947-70E740481C1C}">
                <a14:useLocalDpi xmlns:a14="http://schemas.microsoft.com/office/drawing/2010/main" val="0"/>
              </a:ext>
            </a:extLst>
          </a:blip>
          <a:srcRect l="29938" t="18727"/>
          <a:stretch/>
        </p:blipFill>
        <p:spPr>
          <a:xfrm>
            <a:off x="0" y="0"/>
            <a:ext cx="4216043" cy="4905952"/>
          </a:xfrm>
          <a:prstGeom prst="rect">
            <a:avLst/>
          </a:prstGeom>
        </p:spPr>
      </p:pic>
      <p:sp>
        <p:nvSpPr>
          <p:cNvPr id="21" name="Rectangle 20" descr="narrow green bar at center of slide above section title"/>
          <p:cNvSpPr/>
          <p:nvPr userDrawn="1"/>
        </p:nvSpPr>
        <p:spPr>
          <a:xfrm>
            <a:off x="0" y="4140512"/>
            <a:ext cx="12192000" cy="93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Arial" panose="020B0604020202020204" pitchFamily="34" charset="0"/>
            </a:endParaRPr>
          </a:p>
        </p:txBody>
      </p:sp>
      <p:sp>
        <p:nvSpPr>
          <p:cNvPr id="20" name="Rectangle 19" descr="narrow white bar at center of slide below green bar"/>
          <p:cNvSpPr/>
          <p:nvPr userDrawn="1"/>
        </p:nvSpPr>
        <p:spPr>
          <a:xfrm>
            <a:off x="-6349" y="4140513"/>
            <a:ext cx="12192000" cy="5669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Arial" panose="020B0604020202020204" pitchFamily="34" charset="0"/>
            </a:endParaRPr>
          </a:p>
        </p:txBody>
      </p:sp>
      <p:sp>
        <p:nvSpPr>
          <p:cNvPr id="22" name="Title 2"/>
          <p:cNvSpPr>
            <a:spLocks noGrp="1"/>
          </p:cNvSpPr>
          <p:nvPr>
            <p:ph type="title"/>
          </p:nvPr>
        </p:nvSpPr>
        <p:spPr>
          <a:xfrm>
            <a:off x="592590" y="4293973"/>
            <a:ext cx="10425009" cy="1047107"/>
          </a:xfrm>
        </p:spPr>
        <p:txBody>
          <a:bodyPr/>
          <a:lstStyle>
            <a:lvl1pPr>
              <a:lnSpc>
                <a:spcPct val="100000"/>
              </a:lnSpc>
              <a:defRPr sz="5333" b="1" spc="0" baseline="0">
                <a:solidFill>
                  <a:srgbClr val="4D4D4D"/>
                </a:solidFill>
              </a:defRPr>
            </a:lvl1pPr>
          </a:lstStyle>
          <a:p>
            <a:r>
              <a:rPr lang="en-US"/>
              <a:t>Click to edit Master title style</a:t>
            </a:r>
          </a:p>
        </p:txBody>
      </p:sp>
      <p:sp>
        <p:nvSpPr>
          <p:cNvPr id="10" name="Slide Number Placeholder 5">
            <a:extLst>
              <a:ext uri="{FF2B5EF4-FFF2-40B4-BE49-F238E27FC236}">
                <a16:creationId xmlns:a16="http://schemas.microsoft.com/office/drawing/2014/main" id="{2A30F40D-0E6F-49C0-8D55-30488D868EF8}"/>
              </a:ext>
            </a:extLst>
          </p:cNvPr>
          <p:cNvSpPr>
            <a:spLocks noGrp="1"/>
          </p:cNvSpPr>
          <p:nvPr>
            <p:ph type="sldNum" sz="quarter" idx="4"/>
          </p:nvPr>
        </p:nvSpPr>
        <p:spPr>
          <a:xfrm>
            <a:off x="-91653" y="6405455"/>
            <a:ext cx="621296" cy="365125"/>
          </a:xfrm>
          <a:prstGeom prst="rect">
            <a:avLst/>
          </a:prstGeom>
        </p:spPr>
        <p:txBody>
          <a:bodyPr vert="horz" lIns="91440" tIns="45720" rIns="91440" bIns="45720" rtlCol="0" anchor="ctr"/>
          <a:lstStyle>
            <a:lvl1pPr algn="r">
              <a:defRPr sz="1067">
                <a:solidFill>
                  <a:schemeClr val="bg1">
                    <a:lumMod val="65000"/>
                  </a:schemeClr>
                </a:solidFill>
                <a:latin typeface="Fidelity Sans" panose="020B0503030202020204" pitchFamily="34" charset="0"/>
              </a:defRPr>
            </a:lvl1pPr>
          </a:lstStyle>
          <a:p>
            <a:fld id="{0C46E731-D52C-420E-B9A6-9FE86F5B321E}" type="slidenum">
              <a:rPr lang="en-US" smtClean="0"/>
              <a:pPr/>
              <a:t>‹#›</a:t>
            </a:fld>
            <a:endParaRPr lang="en-US"/>
          </a:p>
        </p:txBody>
      </p:sp>
    </p:spTree>
    <p:extLst>
      <p:ext uri="{BB962C8B-B14F-4D97-AF65-F5344CB8AC3E}">
        <p14:creationId xmlns:p14="http://schemas.microsoft.com/office/powerpoint/2010/main" val="17678158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Content Layout">
    <p:spTree>
      <p:nvGrpSpPr>
        <p:cNvPr id="1" name=""/>
        <p:cNvGrpSpPr/>
        <p:nvPr/>
      </p:nvGrpSpPr>
      <p:grpSpPr>
        <a:xfrm>
          <a:off x="0" y="0"/>
          <a:ext cx="0" cy="0"/>
          <a:chOff x="0" y="0"/>
          <a:chExt cx="0" cy="0"/>
        </a:xfrm>
      </p:grpSpPr>
      <p:sp>
        <p:nvSpPr>
          <p:cNvPr id="6" name="Rectangle 5" descr="narrow gray bar at the top of the slide"/>
          <p:cNvSpPr/>
          <p:nvPr userDrawn="1"/>
        </p:nvSpPr>
        <p:spPr>
          <a:xfrm>
            <a:off x="0" y="3"/>
            <a:ext cx="12192000" cy="142647"/>
          </a:xfrm>
          <a:prstGeom prst="rect">
            <a:avLst/>
          </a:prstGeom>
          <a:solidFill>
            <a:srgbClr val="D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FFFFFF"/>
              </a:solidFill>
              <a:latin typeface="Arial" panose="020B0604020202020204" pitchFamily="34" charset="0"/>
            </a:endParaRPr>
          </a:p>
        </p:txBody>
      </p:sp>
      <p:sp>
        <p:nvSpPr>
          <p:cNvPr id="2" name="Title 1"/>
          <p:cNvSpPr>
            <a:spLocks noGrp="1"/>
          </p:cNvSpPr>
          <p:nvPr>
            <p:ph type="title"/>
          </p:nvPr>
        </p:nvSpPr>
        <p:spPr>
          <a:xfrm>
            <a:off x="394093" y="336211"/>
            <a:ext cx="11364232" cy="1005728"/>
          </a:xfrm>
        </p:spPr>
        <p:txBody>
          <a:bodyPr vert="horz" lIns="91440" tIns="45720" rIns="91440" bIns="45720" rtlCol="0" anchor="t">
            <a:noAutofit/>
          </a:bodyPr>
          <a:lstStyle>
            <a:lvl1pPr>
              <a:defRPr lang="en-US" dirty="0">
                <a:solidFill>
                  <a:srgbClr val="4D4D4D"/>
                </a:solidFill>
              </a:defRPr>
            </a:lvl1pPr>
          </a:lstStyle>
          <a:p>
            <a:pPr lvl="0">
              <a:lnSpc>
                <a:spcPct val="100000"/>
              </a:lnSpc>
            </a:pPr>
            <a:r>
              <a:rPr lang="en-US"/>
              <a:t>Click to edit Master title style</a:t>
            </a:r>
          </a:p>
        </p:txBody>
      </p:sp>
      <p:sp>
        <p:nvSpPr>
          <p:cNvPr id="3" name="Content Placeholder 2"/>
          <p:cNvSpPr>
            <a:spLocks noGrp="1"/>
          </p:cNvSpPr>
          <p:nvPr>
            <p:ph idx="1"/>
          </p:nvPr>
        </p:nvSpPr>
        <p:spPr>
          <a:xfrm>
            <a:off x="394093" y="1426775"/>
            <a:ext cx="11364232" cy="4525963"/>
          </a:xfrm>
        </p:spPr>
        <p:txBody>
          <a:bodyPr vert="horz" lIns="91440" tIns="45720" rIns="91440" bIns="45720" rtlCol="0">
            <a:noAutofit/>
          </a:bodyPr>
          <a:lstStyle>
            <a:lvl1pPr>
              <a:defRPr lang="en-US" dirty="0" smtClean="0">
                <a:solidFill>
                  <a:srgbClr val="4D4D4D"/>
                </a:solidFill>
              </a:defRPr>
            </a:lvl1pPr>
            <a:lvl2pPr>
              <a:defRPr lang="en-US" dirty="0" smtClean="0">
                <a:solidFill>
                  <a:srgbClr val="4D4D4D"/>
                </a:solidFill>
              </a:defRPr>
            </a:lvl2pPr>
            <a:lvl3pPr>
              <a:defRPr lang="en-US" dirty="0" smtClean="0">
                <a:solidFill>
                  <a:srgbClr val="4D4D4D"/>
                </a:solidFill>
              </a:defRPr>
            </a:lvl3pPr>
            <a:lvl4pPr>
              <a:defRPr lang="en-US" dirty="0" smtClean="0">
                <a:solidFill>
                  <a:srgbClr val="4D4D4D"/>
                </a:solidFill>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Slide Number Placeholder 5">
            <a:extLst>
              <a:ext uri="{FF2B5EF4-FFF2-40B4-BE49-F238E27FC236}">
                <a16:creationId xmlns:a16="http://schemas.microsoft.com/office/drawing/2014/main" id="{61D71492-E245-4E51-B89D-77A64EB289E0}"/>
              </a:ext>
            </a:extLst>
          </p:cNvPr>
          <p:cNvSpPr>
            <a:spLocks noGrp="1"/>
          </p:cNvSpPr>
          <p:nvPr>
            <p:ph type="sldNum" sz="quarter" idx="4"/>
          </p:nvPr>
        </p:nvSpPr>
        <p:spPr>
          <a:xfrm>
            <a:off x="-91653" y="6405455"/>
            <a:ext cx="621296" cy="365125"/>
          </a:xfrm>
          <a:prstGeom prst="rect">
            <a:avLst/>
          </a:prstGeom>
        </p:spPr>
        <p:txBody>
          <a:bodyPr vert="horz" lIns="91440" tIns="45720" rIns="91440" bIns="45720" rtlCol="0" anchor="ctr"/>
          <a:lstStyle>
            <a:lvl1pPr algn="r">
              <a:defRPr sz="1067">
                <a:solidFill>
                  <a:schemeClr val="bg1">
                    <a:lumMod val="65000"/>
                  </a:schemeClr>
                </a:solidFill>
                <a:latin typeface="Fidelity Sans" panose="020B0503030202020204" pitchFamily="34" charset="0"/>
              </a:defRPr>
            </a:lvl1pPr>
          </a:lstStyle>
          <a:p>
            <a:fld id="{0C46E731-D52C-420E-B9A6-9FE86F5B321E}" type="slidenum">
              <a:rPr lang="en-US" smtClean="0"/>
              <a:pPr/>
              <a:t>‹#›</a:t>
            </a:fld>
            <a:endParaRPr lang="en-US"/>
          </a:p>
        </p:txBody>
      </p:sp>
    </p:spTree>
    <p:extLst>
      <p:ext uri="{BB962C8B-B14F-4D97-AF65-F5344CB8AC3E}">
        <p14:creationId xmlns:p14="http://schemas.microsoft.com/office/powerpoint/2010/main" val="24580727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Blank">
    <p:spTree>
      <p:nvGrpSpPr>
        <p:cNvPr id="1" name=""/>
        <p:cNvGrpSpPr/>
        <p:nvPr/>
      </p:nvGrpSpPr>
      <p:grpSpPr>
        <a:xfrm>
          <a:off x="0" y="0"/>
          <a:ext cx="0" cy="0"/>
          <a:chOff x="0" y="0"/>
          <a:chExt cx="0" cy="0"/>
        </a:xfrm>
      </p:grpSpPr>
      <p:sp>
        <p:nvSpPr>
          <p:cNvPr id="7" name="Rectangle 6" descr="narrow gray bar at the top of the slide">
            <a:extLst>
              <a:ext uri="{FF2B5EF4-FFF2-40B4-BE49-F238E27FC236}">
                <a16:creationId xmlns:a16="http://schemas.microsoft.com/office/drawing/2014/main" id="{879B23D4-494C-4300-AE0E-E3E9A500267D}"/>
              </a:ext>
            </a:extLst>
          </p:cNvPr>
          <p:cNvSpPr/>
          <p:nvPr userDrawn="1"/>
        </p:nvSpPr>
        <p:spPr>
          <a:xfrm>
            <a:off x="0" y="3"/>
            <a:ext cx="12192000" cy="142647"/>
          </a:xfrm>
          <a:prstGeom prst="rect">
            <a:avLst/>
          </a:prstGeom>
          <a:solidFill>
            <a:srgbClr val="D4D6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FFFFFF"/>
              </a:solidFill>
              <a:latin typeface="Arial" panose="020B0604020202020204" pitchFamily="34" charset="0"/>
            </a:endParaRPr>
          </a:p>
        </p:txBody>
      </p:sp>
      <p:sp>
        <p:nvSpPr>
          <p:cNvPr id="2" name="Title 1"/>
          <p:cNvSpPr>
            <a:spLocks noGrp="1"/>
          </p:cNvSpPr>
          <p:nvPr>
            <p:ph type="title"/>
          </p:nvPr>
        </p:nvSpPr>
        <p:spPr>
          <a:xfrm>
            <a:off x="0" y="145033"/>
            <a:ext cx="11364232" cy="540089"/>
          </a:xfrm>
        </p:spPr>
        <p:txBody>
          <a:bodyPr vert="horz" lIns="91440" tIns="45720" rIns="91440" bIns="45720" rtlCol="0" anchor="t">
            <a:noAutofit/>
          </a:bodyPr>
          <a:lstStyle>
            <a:lvl1pPr>
              <a:defRPr lang="en-US" sz="2667" dirty="0">
                <a:solidFill>
                  <a:srgbClr val="4D4D4D"/>
                </a:solidFill>
              </a:defRPr>
            </a:lvl1pPr>
          </a:lstStyle>
          <a:p>
            <a:pPr lvl="0">
              <a:lnSpc>
                <a:spcPct val="100000"/>
              </a:lnSpc>
            </a:pPr>
            <a:r>
              <a:rPr lang="en-US"/>
              <a:t>Click to edit Master title style</a:t>
            </a:r>
          </a:p>
        </p:txBody>
      </p:sp>
      <p:sp>
        <p:nvSpPr>
          <p:cNvPr id="4" name="Slide Number Placeholder 5">
            <a:extLst>
              <a:ext uri="{FF2B5EF4-FFF2-40B4-BE49-F238E27FC236}">
                <a16:creationId xmlns:a16="http://schemas.microsoft.com/office/drawing/2014/main" id="{55622531-6C0F-4C37-948D-FD7B4753B427}"/>
              </a:ext>
            </a:extLst>
          </p:cNvPr>
          <p:cNvSpPr>
            <a:spLocks noGrp="1"/>
          </p:cNvSpPr>
          <p:nvPr>
            <p:ph type="sldNum" sz="quarter" idx="4"/>
          </p:nvPr>
        </p:nvSpPr>
        <p:spPr>
          <a:xfrm>
            <a:off x="-91653" y="6405455"/>
            <a:ext cx="621296" cy="365125"/>
          </a:xfrm>
          <a:prstGeom prst="rect">
            <a:avLst/>
          </a:prstGeom>
        </p:spPr>
        <p:txBody>
          <a:bodyPr vert="horz" lIns="91440" tIns="45720" rIns="91440" bIns="45720" rtlCol="0" anchor="ctr"/>
          <a:lstStyle>
            <a:lvl1pPr algn="r">
              <a:defRPr sz="1067">
                <a:solidFill>
                  <a:schemeClr val="bg1">
                    <a:lumMod val="65000"/>
                  </a:schemeClr>
                </a:solidFill>
                <a:latin typeface="Fidelity Sans" panose="020B0503030202020204" pitchFamily="34" charset="0"/>
              </a:defRPr>
            </a:lvl1pPr>
          </a:lstStyle>
          <a:p>
            <a:fld id="{0C46E731-D52C-420E-B9A6-9FE86F5B321E}" type="slidenum">
              <a:rPr lang="en-US" smtClean="0"/>
              <a:pPr/>
              <a:t>‹#›</a:t>
            </a:fld>
            <a:endParaRPr lang="en-US"/>
          </a:p>
        </p:txBody>
      </p:sp>
    </p:spTree>
    <p:extLst>
      <p:ext uri="{BB962C8B-B14F-4D97-AF65-F5344CB8AC3E}">
        <p14:creationId xmlns:p14="http://schemas.microsoft.com/office/powerpoint/2010/main" val="2655398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08FCE6-2236-4E14-A8D0-20A03DE775F6}"/>
              </a:ext>
            </a:extLst>
          </p:cNvPr>
          <p:cNvSpPr txBox="1">
            <a:spLocks noGrp="1"/>
          </p:cNvSpPr>
          <p:nvPr>
            <p:ph type="title"/>
          </p:nvPr>
        </p:nvSpPr>
        <p:spPr>
          <a:xfrm>
            <a:off x="838203" y="365129"/>
            <a:ext cx="10515600" cy="1325559"/>
          </a:xfrm>
          <a:prstGeom prst="rect">
            <a:avLst/>
          </a:prstGeom>
          <a:noFill/>
          <a:ln>
            <a:noFill/>
          </a:ln>
        </p:spPr>
        <p:txBody>
          <a:bodyPr vert="horz" wrap="square" lIns="91440" tIns="45720" rIns="91440" bIns="45720" anchor="ctr" anchorCtr="0" compatLnSpc="1">
            <a:normAutofit/>
          </a:bodyPr>
          <a:lstStyle/>
          <a:p>
            <a:pPr lvl="0"/>
            <a:r>
              <a:rPr lang="en-US"/>
              <a:t>Click to edit Master title style</a:t>
            </a:r>
            <a:endParaRPr lang="en-IE"/>
          </a:p>
        </p:txBody>
      </p:sp>
      <p:sp>
        <p:nvSpPr>
          <p:cNvPr id="3" name="Text Placeholder 2">
            <a:extLst>
              <a:ext uri="{FF2B5EF4-FFF2-40B4-BE49-F238E27FC236}">
                <a16:creationId xmlns:a16="http://schemas.microsoft.com/office/drawing/2014/main" id="{EE6F36D2-2422-44D1-95E2-20FD992DA485}"/>
              </a:ext>
            </a:extLst>
          </p:cNvPr>
          <p:cNvSpPr txBox="1">
            <a:spLocks noGrp="1"/>
          </p:cNvSpPr>
          <p:nvPr>
            <p:ph type="body" idx="1"/>
          </p:nvPr>
        </p:nvSpPr>
        <p:spPr>
          <a:xfrm>
            <a:off x="838203" y="1825627"/>
            <a:ext cx="10515600" cy="4351336"/>
          </a:xfrm>
          <a:prstGeom prst="rect">
            <a:avLst/>
          </a:prstGeom>
          <a:noFill/>
          <a:ln>
            <a:noFill/>
          </a:ln>
        </p:spPr>
        <p:txBody>
          <a:bodyPr vert="horz" wrap="square" lIns="91440" tIns="45720" rIns="91440" bIns="45720"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24A0DCD5-0DAC-4422-83E0-4B4CC3A1EDFD}"/>
              </a:ext>
            </a:extLst>
          </p:cNvPr>
          <p:cNvSpPr txBox="1">
            <a:spLocks noGrp="1"/>
          </p:cNvSpPr>
          <p:nvPr>
            <p:ph type="dt" sz="half" idx="2"/>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en-IE" sz="1200" b="0" i="0" u="none" strike="noStrike" kern="1200" cap="none" spc="0" baseline="0">
                <a:solidFill>
                  <a:srgbClr val="898989"/>
                </a:solidFill>
                <a:uFillTx/>
                <a:latin typeface="Calibri"/>
              </a:defRPr>
            </a:lvl1pPr>
          </a:lstStyle>
          <a:p>
            <a:pPr lvl="0"/>
            <a:fld id="{7E3F7D42-8ABF-46C7-9664-83796586D374}" type="datetime1">
              <a:rPr lang="en-IE"/>
              <a:pPr lvl="0"/>
              <a:t>05/08/2023</a:t>
            </a:fld>
            <a:endParaRPr lang="en-IE"/>
          </a:p>
        </p:txBody>
      </p:sp>
      <p:sp>
        <p:nvSpPr>
          <p:cNvPr id="5" name="Footer Placeholder 4">
            <a:extLst>
              <a:ext uri="{FF2B5EF4-FFF2-40B4-BE49-F238E27FC236}">
                <a16:creationId xmlns:a16="http://schemas.microsoft.com/office/drawing/2014/main" id="{1E0AA792-9603-4713-8BC0-9B6A3D896DEB}"/>
              </a:ext>
            </a:extLst>
          </p:cNvPr>
          <p:cNvSpPr txBox="1">
            <a:spLocks noGrp="1"/>
          </p:cNvSpPr>
          <p:nvPr>
            <p:ph type="ftr" sz="quarter" idx="3"/>
          </p:nvPr>
        </p:nvSpPr>
        <p:spPr>
          <a:xfrm>
            <a:off x="4038603" y="6356351"/>
            <a:ext cx="4114800"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tabLst/>
              <a:defRPr lang="en-IE" sz="1200" b="0" i="0" u="none" strike="noStrike" kern="1200" cap="none" spc="0" baseline="0">
                <a:solidFill>
                  <a:srgbClr val="898989"/>
                </a:solidFill>
                <a:uFillTx/>
                <a:latin typeface="Calibri"/>
              </a:defRPr>
            </a:lvl1pPr>
          </a:lstStyle>
          <a:p>
            <a:pPr lvl="0"/>
            <a:endParaRPr lang="en-IE"/>
          </a:p>
        </p:txBody>
      </p:sp>
      <p:sp>
        <p:nvSpPr>
          <p:cNvPr id="6" name="Slide Number Placeholder 5">
            <a:extLst>
              <a:ext uri="{FF2B5EF4-FFF2-40B4-BE49-F238E27FC236}">
                <a16:creationId xmlns:a16="http://schemas.microsoft.com/office/drawing/2014/main" id="{2835381A-A8B4-479E-BC04-97D492DE8423}"/>
              </a:ext>
            </a:extLst>
          </p:cNvPr>
          <p:cNvSpPr txBox="1">
            <a:spLocks noGrp="1"/>
          </p:cNvSpPr>
          <p:nvPr>
            <p:ph type="sldNum" sz="quarter" idx="4"/>
          </p:nvPr>
        </p:nvSpPr>
        <p:spPr>
          <a:xfrm>
            <a:off x="86106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en-IE" sz="1200" b="0" i="0" u="none" strike="noStrike" kern="1200" cap="none" spc="0" baseline="0">
                <a:solidFill>
                  <a:srgbClr val="898989"/>
                </a:solidFill>
                <a:uFillTx/>
                <a:latin typeface="Calibri"/>
              </a:defRPr>
            </a:lvl1pPr>
          </a:lstStyle>
          <a:p>
            <a:pPr lvl="0"/>
            <a:fld id="{B26742F4-B7F3-4F81-82FF-2BFA9D842223}" type="slidenum">
              <a:t>‹#›</a:t>
            </a:fld>
            <a:endParaRPr lang="en-I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4" r:id="rId15"/>
    <p:sldLayoutId id="2147483665" r:id="rId16"/>
  </p:sldLayoutIdLst>
  <p:txStyles>
    <p:titleStyle>
      <a:lvl1pPr marL="0" marR="0" lvl="0" indent="0" algn="l" defTabSz="914400" rtl="0" fontAlgn="auto" hangingPunct="1">
        <a:lnSpc>
          <a:spcPct val="90000"/>
        </a:lnSpc>
        <a:spcBef>
          <a:spcPts val="0"/>
        </a:spcBef>
        <a:spcAft>
          <a:spcPts val="0"/>
        </a:spcAft>
        <a:buNone/>
        <a:tabLst/>
        <a:defRPr lang="en-US" sz="4400" b="0" i="0" u="none" strike="noStrike" kern="1200" cap="none" spc="0" baseline="0">
          <a:solidFill>
            <a:srgbClr val="000000"/>
          </a:solidFill>
          <a:uFillTx/>
          <a:latin typeface="Calibri Light"/>
        </a:defRPr>
      </a:lvl1pPr>
    </p:titleStyle>
    <p:body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Calibri"/>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Calibri"/>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Calibri"/>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5.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hyperlink" Target="https://haveibeenpwned.com/" TargetMode="External"/><Relationship Id="rId2" Type="http://schemas.openxmlformats.org/officeDocument/2006/relationships/notesSlide" Target="../notesSlides/notesSlide4.xml"/><Relationship Id="rId1" Type="http://schemas.openxmlformats.org/officeDocument/2006/relationships/slideLayout" Target="../slideLayouts/slideLayout15.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5.xml"/><Relationship Id="rId5" Type="http://schemas.openxmlformats.org/officeDocument/2006/relationships/image" Target="../media/image10.sv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5.xml"/><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6.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6.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6.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5.xml"/><Relationship Id="rId5" Type="http://schemas.openxmlformats.org/officeDocument/2006/relationships/image" Target="../media/image24.svg"/><Relationship Id="rId4" Type="http://schemas.openxmlformats.org/officeDocument/2006/relationships/image" Target="../media/image23.sv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name="Slide26">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3D88D862-0B55-4666-857E-EAC3811C807D}"/>
              </a:ext>
            </a:extLst>
          </p:cNvPr>
          <p:cNvSpPr txBox="1">
            <a:spLocks noGrp="1"/>
          </p:cNvSpPr>
          <p:nvPr>
            <p:ph type="title"/>
          </p:nvPr>
        </p:nvSpPr>
        <p:spPr>
          <a:xfrm>
            <a:off x="236856" y="2144085"/>
            <a:ext cx="11494895" cy="1486082"/>
          </a:xfrm>
        </p:spPr>
        <p:txBody>
          <a:bodyPr/>
          <a:lstStyle/>
          <a:p>
            <a:pPr lvl="0">
              <a:lnSpc>
                <a:spcPct val="100000"/>
              </a:lnSpc>
            </a:pPr>
            <a:r>
              <a:rPr lang="en-IE" sz="6000">
                <a:solidFill>
                  <a:srgbClr val="000000"/>
                </a:solidFill>
                <a:latin typeface="Fidelity Sans"/>
                <a:cs typeface="Calibri Light"/>
              </a:rPr>
              <a:t>Dark web &amp; breaches</a:t>
            </a:r>
            <a:br>
              <a:rPr lang="en-US" sz="6400">
                <a:cs typeface="Calibri Light"/>
              </a:rPr>
            </a:br>
            <a:br>
              <a:rPr lang="en-US" sz="6600">
                <a:cs typeface="Calibri Light"/>
              </a:rPr>
            </a:br>
            <a:endParaRPr lang="en-US" sz="6400">
              <a:solidFill>
                <a:srgbClr val="000000"/>
              </a:solidFill>
              <a:cs typeface="Calibri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60000" y="1755659"/>
            <a:ext cx="11169728" cy="1047107"/>
          </a:xfrm>
        </p:spPr>
        <p:txBody>
          <a:bodyPr/>
          <a:lstStyle/>
          <a:p>
            <a:r>
              <a:rPr lang="en-US">
                <a:solidFill>
                  <a:schemeClr val="tx1"/>
                </a:solidFill>
                <a:latin typeface="Fidelity Sans" panose="020B0503030202020204" pitchFamily="34" charset="0"/>
              </a:rPr>
              <a:t>Breaches</a:t>
            </a:r>
          </a:p>
        </p:txBody>
      </p:sp>
      <p:sp>
        <p:nvSpPr>
          <p:cNvPr id="3" name="Slide Number Placeholder 6">
            <a:extLst>
              <a:ext uri="{FF2B5EF4-FFF2-40B4-BE49-F238E27FC236}">
                <a16:creationId xmlns:a16="http://schemas.microsoft.com/office/drawing/2014/main" id="{9796C76B-D1AD-427F-AEBA-DD20D019096E}"/>
              </a:ext>
            </a:extLst>
          </p:cNvPr>
          <p:cNvSpPr>
            <a:spLocks noGrp="1"/>
          </p:cNvSpPr>
          <p:nvPr>
            <p:ph type="sldNum" sz="quarter" idx="4"/>
          </p:nvPr>
        </p:nvSpPr>
        <p:spPr>
          <a:xfrm>
            <a:off x="-91653" y="6405455"/>
            <a:ext cx="621296" cy="365125"/>
          </a:xfrm>
        </p:spPr>
        <p:txBody>
          <a:bodyPr/>
          <a:lstStyle/>
          <a:p>
            <a:fld id="{0C46E731-D52C-420E-B9A6-9FE86F5B321E}" type="slidenum">
              <a:rPr lang="en-US" smtClean="0"/>
              <a:pPr/>
              <a:t>2</a:t>
            </a:fld>
            <a:endParaRPr lang="en-US"/>
          </a:p>
        </p:txBody>
      </p:sp>
    </p:spTree>
    <p:extLst>
      <p:ext uri="{BB962C8B-B14F-4D97-AF65-F5344CB8AC3E}">
        <p14:creationId xmlns:p14="http://schemas.microsoft.com/office/powerpoint/2010/main" val="1097592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6A317ED-A268-D936-4377-4AFF2F3502D6}"/>
              </a:ext>
            </a:extLst>
          </p:cNvPr>
          <p:cNvSpPr/>
          <p:nvPr/>
        </p:nvSpPr>
        <p:spPr>
          <a:xfrm>
            <a:off x="1041265" y="4659647"/>
            <a:ext cx="8150236" cy="1841953"/>
          </a:xfrm>
          <a:prstGeom prst="rect">
            <a:avLst/>
          </a:prstGeom>
          <a:solidFill>
            <a:srgbClr val="2A842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9" name="Rectangle 8">
            <a:extLst>
              <a:ext uri="{FF2B5EF4-FFF2-40B4-BE49-F238E27FC236}">
                <a16:creationId xmlns:a16="http://schemas.microsoft.com/office/drawing/2014/main" id="{188C4923-4CED-A8E4-B2AD-8C099D1A155E}"/>
              </a:ext>
            </a:extLst>
          </p:cNvPr>
          <p:cNvSpPr/>
          <p:nvPr/>
        </p:nvSpPr>
        <p:spPr>
          <a:xfrm>
            <a:off x="222953" y="518204"/>
            <a:ext cx="7159938" cy="1629205"/>
          </a:xfrm>
          <a:prstGeom prst="rect">
            <a:avLst/>
          </a:prstGeom>
          <a:solidFill>
            <a:srgbClr val="48BE3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8" name="Rectangle 7">
            <a:extLst>
              <a:ext uri="{FF2B5EF4-FFF2-40B4-BE49-F238E27FC236}">
                <a16:creationId xmlns:a16="http://schemas.microsoft.com/office/drawing/2014/main" id="{478B6919-40AB-0831-9F51-C444FE5AD845}"/>
              </a:ext>
            </a:extLst>
          </p:cNvPr>
          <p:cNvSpPr/>
          <p:nvPr/>
        </p:nvSpPr>
        <p:spPr>
          <a:xfrm>
            <a:off x="5462628" y="2706853"/>
            <a:ext cx="6468130" cy="1519548"/>
          </a:xfrm>
          <a:prstGeom prst="rect">
            <a:avLst/>
          </a:prstGeom>
          <a:solidFill>
            <a:srgbClr val="1C8DC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904613CE-589A-4091-A592-A4FF7F0AFCEC}"/>
              </a:ext>
            </a:extLst>
          </p:cNvPr>
          <p:cNvSpPr>
            <a:spLocks noGrp="1"/>
          </p:cNvSpPr>
          <p:nvPr>
            <p:ph type="title"/>
          </p:nvPr>
        </p:nvSpPr>
        <p:spPr>
          <a:xfrm>
            <a:off x="1041265" y="3093658"/>
            <a:ext cx="3105135" cy="1006545"/>
          </a:xfrm>
        </p:spPr>
        <p:txBody>
          <a:bodyPr/>
          <a:lstStyle/>
          <a:p>
            <a:r>
              <a:rPr lang="en-US" sz="3600" b="1">
                <a:solidFill>
                  <a:schemeClr val="tx1"/>
                </a:solidFill>
                <a:latin typeface="Fidelity Sans" panose="020B0503030202020204" pitchFamily="34" charset="0"/>
              </a:rPr>
              <a:t>What is a data breach?</a:t>
            </a:r>
          </a:p>
        </p:txBody>
      </p:sp>
      <p:sp>
        <p:nvSpPr>
          <p:cNvPr id="38" name="Rectangle 37">
            <a:extLst>
              <a:ext uri="{FF2B5EF4-FFF2-40B4-BE49-F238E27FC236}">
                <a16:creationId xmlns:a16="http://schemas.microsoft.com/office/drawing/2014/main" id="{9A31371E-49F4-4B85-BF7C-F11821CFB704}"/>
              </a:ext>
            </a:extLst>
          </p:cNvPr>
          <p:cNvSpPr/>
          <p:nvPr/>
        </p:nvSpPr>
        <p:spPr>
          <a:xfrm>
            <a:off x="7656300" y="1162802"/>
            <a:ext cx="4102025" cy="746433"/>
          </a:xfrm>
          <a:prstGeom prst="rect">
            <a:avLst/>
          </a:prstGeom>
          <a:gradFill flip="none" rotWithShape="1">
            <a:gsLst>
              <a:gs pos="83000">
                <a:srgbClr val="D9D9D9"/>
              </a:gs>
              <a:gs pos="24000">
                <a:srgbClr val="D9D9D9"/>
              </a:gs>
              <a:gs pos="4000">
                <a:schemeClr val="bg1">
                  <a:lumMod val="85000"/>
                  <a:alpha val="0"/>
                </a:schemeClr>
              </a:gs>
              <a:gs pos="100000">
                <a:schemeClr val="bg1">
                  <a:lumMod val="85000"/>
                  <a:alpha val="0"/>
                </a:schemeClr>
              </a:gs>
              <a:gs pos="51000">
                <a:schemeClr val="bg1">
                  <a:lumMod val="85000"/>
                </a:schemeClr>
              </a:gs>
            </a:gsLst>
            <a:lin ang="10800000" scaled="1"/>
            <a:tileRect/>
          </a:gradFill>
          <a:ln w="19050">
            <a:noFill/>
          </a:ln>
        </p:spPr>
        <p:style>
          <a:lnRef idx="2">
            <a:schemeClr val="dk1">
              <a:shade val="50000"/>
            </a:schemeClr>
          </a:lnRef>
          <a:fillRef idx="1">
            <a:schemeClr val="dk1"/>
          </a:fillRef>
          <a:effectRef idx="0">
            <a:schemeClr val="dk1"/>
          </a:effectRef>
          <a:fontRef idx="minor">
            <a:schemeClr val="lt1"/>
          </a:fontRef>
        </p:style>
        <p:txBody>
          <a:bodyPr rtlCol="0" anchor="ctr"/>
          <a:lstStyle/>
          <a:p>
            <a:r>
              <a:rPr lang="en-IE" sz="2400" b="0" i="0">
                <a:solidFill>
                  <a:srgbClr val="4D5156"/>
                </a:solidFill>
                <a:effectLst/>
                <a:latin typeface="Fidelity Sans" panose="020B0503030202020204" pitchFamily="34" charset="0"/>
              </a:rPr>
              <a:t>A data breach is a security incident, in </a:t>
            </a:r>
            <a:r>
              <a:rPr lang="en-IE" sz="2400" b="1" i="0">
                <a:solidFill>
                  <a:schemeClr val="tx1"/>
                </a:solidFill>
                <a:effectLst/>
                <a:latin typeface="Fidelity Sans" panose="020B0503030202020204" pitchFamily="34" charset="0"/>
              </a:rPr>
              <a:t>which information is stolen or taken from a system </a:t>
            </a:r>
            <a:r>
              <a:rPr lang="en-IE" sz="2400" b="0" i="0">
                <a:solidFill>
                  <a:srgbClr val="4D5156"/>
                </a:solidFill>
                <a:effectLst/>
                <a:latin typeface="Fidelity Sans" panose="020B0503030202020204" pitchFamily="34" charset="0"/>
              </a:rPr>
              <a:t>by an individual unauthorized to do so. </a:t>
            </a:r>
            <a:endParaRPr lang="en-IE" sz="2400">
              <a:solidFill>
                <a:srgbClr val="4D5156"/>
              </a:solidFill>
              <a:latin typeface="Fidelity Sans" panose="020B0503030202020204" pitchFamily="34" charset="0"/>
            </a:endParaRPr>
          </a:p>
        </p:txBody>
      </p:sp>
      <p:sp>
        <p:nvSpPr>
          <p:cNvPr id="3" name="Slide Number Placeholder 2">
            <a:extLst>
              <a:ext uri="{FF2B5EF4-FFF2-40B4-BE49-F238E27FC236}">
                <a16:creationId xmlns:a16="http://schemas.microsoft.com/office/drawing/2014/main" id="{C18FA78D-E5F3-47DE-B945-71D5178EFAFF}"/>
              </a:ext>
            </a:extLst>
          </p:cNvPr>
          <p:cNvSpPr>
            <a:spLocks noGrp="1"/>
          </p:cNvSpPr>
          <p:nvPr>
            <p:ph type="sldNum" sz="quarter" idx="4"/>
          </p:nvPr>
        </p:nvSpPr>
        <p:spPr/>
        <p:txBody>
          <a:bodyPr/>
          <a:lstStyle/>
          <a:p>
            <a:fld id="{0C46E731-D52C-420E-B9A6-9FE86F5B321E}" type="slidenum">
              <a:rPr lang="en-US" smtClean="0"/>
              <a:pPr/>
              <a:t>3</a:t>
            </a:fld>
            <a:endParaRPr lang="en-US"/>
          </a:p>
        </p:txBody>
      </p:sp>
      <p:pic>
        <p:nvPicPr>
          <p:cNvPr id="5" name="Picture 4">
            <a:extLst>
              <a:ext uri="{FF2B5EF4-FFF2-40B4-BE49-F238E27FC236}">
                <a16:creationId xmlns:a16="http://schemas.microsoft.com/office/drawing/2014/main" id="{609D16D5-7469-2593-5F3E-F038C1151FE8}"/>
              </a:ext>
            </a:extLst>
          </p:cNvPr>
          <p:cNvPicPr>
            <a:picLocks noChangeAspect="1"/>
          </p:cNvPicPr>
          <p:nvPr/>
        </p:nvPicPr>
        <p:blipFill rotWithShape="1">
          <a:blip r:embed="rId3"/>
          <a:srcRect b="15996"/>
          <a:stretch/>
        </p:blipFill>
        <p:spPr>
          <a:xfrm>
            <a:off x="5635061" y="2858330"/>
            <a:ext cx="6123264" cy="1241874"/>
          </a:xfrm>
          <a:prstGeom prst="rect">
            <a:avLst/>
          </a:prstGeom>
        </p:spPr>
      </p:pic>
      <p:pic>
        <p:nvPicPr>
          <p:cNvPr id="6" name="Picture 5">
            <a:extLst>
              <a:ext uri="{FF2B5EF4-FFF2-40B4-BE49-F238E27FC236}">
                <a16:creationId xmlns:a16="http://schemas.microsoft.com/office/drawing/2014/main" id="{4D21B1E3-FAD1-22AA-5044-1502EC068FBF}"/>
              </a:ext>
            </a:extLst>
          </p:cNvPr>
          <p:cNvPicPr>
            <a:picLocks noChangeAspect="1"/>
          </p:cNvPicPr>
          <p:nvPr/>
        </p:nvPicPr>
        <p:blipFill rotWithShape="1">
          <a:blip r:embed="rId4"/>
          <a:srcRect b="17361"/>
          <a:stretch/>
        </p:blipFill>
        <p:spPr>
          <a:xfrm>
            <a:off x="342554" y="628009"/>
            <a:ext cx="6920735" cy="1380791"/>
          </a:xfrm>
          <a:prstGeom prst="rect">
            <a:avLst/>
          </a:prstGeom>
        </p:spPr>
      </p:pic>
      <p:pic>
        <p:nvPicPr>
          <p:cNvPr id="10" name="Picture 9">
            <a:extLst>
              <a:ext uri="{FF2B5EF4-FFF2-40B4-BE49-F238E27FC236}">
                <a16:creationId xmlns:a16="http://schemas.microsoft.com/office/drawing/2014/main" id="{528F8CB4-59E3-08F8-3279-508604DAEA3A}"/>
              </a:ext>
            </a:extLst>
          </p:cNvPr>
          <p:cNvPicPr>
            <a:picLocks noChangeAspect="1"/>
          </p:cNvPicPr>
          <p:nvPr/>
        </p:nvPicPr>
        <p:blipFill rotWithShape="1">
          <a:blip r:embed="rId5"/>
          <a:srcRect b="16401"/>
          <a:stretch/>
        </p:blipFill>
        <p:spPr>
          <a:xfrm>
            <a:off x="1232481" y="4771987"/>
            <a:ext cx="7767804" cy="1567809"/>
          </a:xfrm>
          <a:prstGeom prst="rect">
            <a:avLst/>
          </a:prstGeom>
        </p:spPr>
      </p:pic>
    </p:spTree>
    <p:extLst>
      <p:ext uri="{BB962C8B-B14F-4D97-AF65-F5344CB8AC3E}">
        <p14:creationId xmlns:p14="http://schemas.microsoft.com/office/powerpoint/2010/main" val="1676729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87BDE73-06A0-413D-B949-FACE2967F53D}"/>
              </a:ext>
              <a:ext uri="{C183D7F6-B498-43B3-948B-1728B52AA6E4}">
                <adec:decorative xmlns:adec="http://schemas.microsoft.com/office/drawing/2017/decorative" val="1"/>
              </a:ext>
            </a:extLst>
          </p:cNvPr>
          <p:cNvSpPr/>
          <p:nvPr/>
        </p:nvSpPr>
        <p:spPr>
          <a:xfrm>
            <a:off x="0" y="97519"/>
            <a:ext cx="5925787" cy="6785231"/>
          </a:xfrm>
          <a:prstGeom prst="rect">
            <a:avLst/>
          </a:prstGeom>
          <a:solidFill>
            <a:schemeClr val="tx1">
              <a:alpha val="79000"/>
            </a:schemeClr>
          </a:solidFill>
          <a:ln w="25400" cap="flat" cmpd="sng" algn="ctr">
            <a:noFill/>
            <a:prstDash val="solid"/>
          </a:ln>
          <a:effectLst/>
        </p:spPr>
        <p:txBody>
          <a:bodyPr rtlCol="0" anchor="ctr"/>
          <a:lstStyle/>
          <a:p>
            <a:pPr algn="ctr" defTabSz="1199905">
              <a:defRPr/>
            </a:pPr>
            <a:endParaRPr lang="en-US" sz="3675" kern="0">
              <a:solidFill>
                <a:prstClr val="white"/>
              </a:solidFill>
              <a:latin typeface="Fidelity Sans"/>
            </a:endParaRPr>
          </a:p>
        </p:txBody>
      </p:sp>
      <p:sp>
        <p:nvSpPr>
          <p:cNvPr id="12" name="Title 4">
            <a:extLst>
              <a:ext uri="{FF2B5EF4-FFF2-40B4-BE49-F238E27FC236}">
                <a16:creationId xmlns:a16="http://schemas.microsoft.com/office/drawing/2014/main" id="{4151A5FD-A3A3-49E8-8F20-41D62FBD4FD6}"/>
              </a:ext>
            </a:extLst>
          </p:cNvPr>
          <p:cNvSpPr txBox="1">
            <a:spLocks/>
          </p:cNvSpPr>
          <p:nvPr/>
        </p:nvSpPr>
        <p:spPr>
          <a:xfrm>
            <a:off x="6731684" y="344925"/>
            <a:ext cx="4599443" cy="763677"/>
          </a:xfrm>
          <a:prstGeom prst="rect">
            <a:avLst/>
          </a:prstGeom>
        </p:spPr>
        <p:txBody>
          <a:bodyPr vert="horz" lIns="121920" tIns="60960" rIns="121920" bIns="60960" rtlCol="0" anchor="ctr">
            <a:normAutofit fontScale="62500" lnSpcReduction="200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defTabSz="1219170">
              <a:defRPr/>
            </a:pPr>
            <a:r>
              <a:rPr lang="en-US" sz="4267">
                <a:latin typeface="Fidelity Sans"/>
              </a:rPr>
              <a:t>Has my data been leaked?</a:t>
            </a:r>
          </a:p>
        </p:txBody>
      </p:sp>
      <p:sp>
        <p:nvSpPr>
          <p:cNvPr id="5" name="Rectangle 4">
            <a:extLst>
              <a:ext uri="{FF2B5EF4-FFF2-40B4-BE49-F238E27FC236}">
                <a16:creationId xmlns:a16="http://schemas.microsoft.com/office/drawing/2014/main" id="{93CDEBEF-9E06-4FD6-B560-9377B4E1E42F}"/>
              </a:ext>
            </a:extLst>
          </p:cNvPr>
          <p:cNvSpPr/>
          <p:nvPr/>
        </p:nvSpPr>
        <p:spPr>
          <a:xfrm>
            <a:off x="6066156" y="1522069"/>
            <a:ext cx="6155688" cy="1323439"/>
          </a:xfrm>
          <a:prstGeom prst="rect">
            <a:avLst/>
          </a:prstGeom>
        </p:spPr>
        <p:txBody>
          <a:bodyPr wrap="square">
            <a:spAutoFit/>
          </a:bodyPr>
          <a:lstStyle/>
          <a:p>
            <a:pPr marR="0" lvl="0" algn="l" defTabSz="914400" rtl="0" fontAlgn="auto" hangingPunct="1">
              <a:lnSpc>
                <a:spcPct val="100000"/>
              </a:lnSpc>
              <a:spcBef>
                <a:spcPts val="0"/>
              </a:spcBef>
              <a:spcAft>
                <a:spcPts val="0"/>
              </a:spcAft>
              <a:tabLst/>
              <a:defRPr sz="1800" b="0" i="0" u="none" strike="noStrike" kern="0" cap="none" spc="0" baseline="0">
                <a:solidFill>
                  <a:srgbClr val="000000"/>
                </a:solidFill>
                <a:uFillTx/>
              </a:defRPr>
            </a:pPr>
            <a:r>
              <a:rPr lang="en-US" sz="2000" i="0" u="none" strike="noStrike" kern="1200" cap="none" spc="0" baseline="0">
                <a:uFillTx/>
                <a:latin typeface="Fidelity Sans" pitchFamily="34"/>
                <a:ea typeface="Calibri" pitchFamily="34"/>
              </a:rPr>
              <a:t>Head on over to </a:t>
            </a:r>
            <a:r>
              <a:rPr lang="en-US" sz="2000" b="1" i="0" u="none" strike="noStrike" kern="1200" cap="none" spc="0" baseline="0">
                <a:uFillTx/>
                <a:latin typeface="Fidelity Sans" pitchFamily="34"/>
                <a:ea typeface="Calibri" pitchFamily="34"/>
                <a:hlinkClick r:id="rId3">
                  <a:extLst>
                    <a:ext uri="{A12FA001-AC4F-418D-AE19-62706E023703}">
                      <ahyp:hlinkClr xmlns:ahyp="http://schemas.microsoft.com/office/drawing/2018/hyperlinkcolor" val="tx"/>
                    </a:ext>
                  </a:extLst>
                </a:hlinkClick>
              </a:rPr>
              <a:t>https://haveibeenpwned.com/</a:t>
            </a:r>
            <a:r>
              <a:rPr lang="en-US" sz="2000" b="1">
                <a:latin typeface="Fidelity Sans" pitchFamily="34"/>
                <a:ea typeface="Calibri" pitchFamily="34"/>
              </a:rPr>
              <a:t> </a:t>
            </a:r>
            <a:r>
              <a:rPr lang="en-US" sz="2000" i="0" u="none" strike="noStrike" kern="1200" cap="none" spc="0" baseline="0">
                <a:uFillTx/>
                <a:latin typeface="Fidelity Sans" pitchFamily="34"/>
                <a:ea typeface="Calibri" pitchFamily="34"/>
              </a:rPr>
              <a:t>and enter your email address to see if it’s been part of a disclosed data breach</a:t>
            </a:r>
            <a:r>
              <a:rPr lang="en-US" sz="2400" i="0" u="none" strike="noStrike" kern="1200" cap="none" spc="0" baseline="0">
                <a:uFillTx/>
                <a:latin typeface="Fidelity Sans" pitchFamily="34"/>
                <a:ea typeface="Calibri" pitchFamily="34"/>
              </a:rPr>
              <a:t>. </a:t>
            </a:r>
            <a:endParaRPr lang="en-US" sz="2400" kern="0">
              <a:latin typeface="Fidelity Sans" pitchFamily="34"/>
              <a:ea typeface="Calibri" pitchFamily="34"/>
            </a:endParaRPr>
          </a:p>
          <a:p>
            <a:pPr defTabSz="1219170" fontAlgn="base">
              <a:spcBef>
                <a:spcPct val="0"/>
              </a:spcBef>
              <a:spcAft>
                <a:spcPts val="700"/>
              </a:spcAft>
              <a:defRPr/>
            </a:pPr>
            <a:endParaRPr lang="en-US" sz="1600">
              <a:solidFill>
                <a:prstClr val="black">
                  <a:lumMod val="85000"/>
                  <a:lumOff val="15000"/>
                </a:prstClr>
              </a:solidFill>
              <a:latin typeface="Fidelity Sans" panose="020B0503030202020204" pitchFamily="34" charset="0"/>
              <a:ea typeface="MS PGothic" pitchFamily="34" charset="-128"/>
              <a:cs typeface="Arial" panose="020B0604020202020204" pitchFamily="34" charset="0"/>
            </a:endParaRPr>
          </a:p>
        </p:txBody>
      </p:sp>
      <p:sp>
        <p:nvSpPr>
          <p:cNvPr id="4" name="Rectangle 3">
            <a:extLst>
              <a:ext uri="{FF2B5EF4-FFF2-40B4-BE49-F238E27FC236}">
                <a16:creationId xmlns:a16="http://schemas.microsoft.com/office/drawing/2014/main" id="{BEBD1E4C-A3ED-4E2E-86B2-B46E975F1627}"/>
              </a:ext>
            </a:extLst>
          </p:cNvPr>
          <p:cNvSpPr/>
          <p:nvPr/>
        </p:nvSpPr>
        <p:spPr>
          <a:xfrm>
            <a:off x="6066156" y="2748337"/>
            <a:ext cx="6096000" cy="3179136"/>
          </a:xfrm>
          <a:prstGeom prst="rect">
            <a:avLst/>
          </a:prstGeom>
        </p:spPr>
        <p:txBody>
          <a:bodyPr wrap="square" lIns="161351" tIns="80675" rIns="609600" bIns="80675">
            <a:spAutoFit/>
          </a:bodyPr>
          <a:lstStyle>
            <a:defPPr>
              <a:defRPr lang="en-US"/>
            </a:defPPr>
            <a:lvl1pPr algn="l" rtl="0" fontAlgn="base">
              <a:spcBef>
                <a:spcPct val="0"/>
              </a:spcBef>
              <a:spcAft>
                <a:spcPct val="0"/>
              </a:spcAft>
              <a:defRPr sz="1100" b="1" kern="1200">
                <a:solidFill>
                  <a:schemeClr val="tx1"/>
                </a:solidFill>
                <a:latin typeface="Arial" pitchFamily="34" charset="0"/>
                <a:ea typeface="MS PGothic" pitchFamily="34" charset="-128"/>
                <a:cs typeface="+mn-cs"/>
              </a:defRPr>
            </a:lvl1pPr>
            <a:lvl2pPr marL="457200" algn="l" rtl="0" fontAlgn="base">
              <a:spcBef>
                <a:spcPct val="0"/>
              </a:spcBef>
              <a:spcAft>
                <a:spcPct val="0"/>
              </a:spcAft>
              <a:defRPr sz="1100" b="1" kern="1200">
                <a:solidFill>
                  <a:schemeClr val="tx1"/>
                </a:solidFill>
                <a:latin typeface="Arial" pitchFamily="34" charset="0"/>
                <a:ea typeface="MS PGothic" pitchFamily="34" charset="-128"/>
                <a:cs typeface="+mn-cs"/>
              </a:defRPr>
            </a:lvl2pPr>
            <a:lvl3pPr marL="914400" algn="l" rtl="0" fontAlgn="base">
              <a:spcBef>
                <a:spcPct val="0"/>
              </a:spcBef>
              <a:spcAft>
                <a:spcPct val="0"/>
              </a:spcAft>
              <a:defRPr sz="1100" b="1" kern="1200">
                <a:solidFill>
                  <a:schemeClr val="tx1"/>
                </a:solidFill>
                <a:latin typeface="Arial" pitchFamily="34" charset="0"/>
                <a:ea typeface="MS PGothic" pitchFamily="34" charset="-128"/>
                <a:cs typeface="+mn-cs"/>
              </a:defRPr>
            </a:lvl3pPr>
            <a:lvl4pPr marL="1371600" algn="l" rtl="0" fontAlgn="base">
              <a:spcBef>
                <a:spcPct val="0"/>
              </a:spcBef>
              <a:spcAft>
                <a:spcPct val="0"/>
              </a:spcAft>
              <a:defRPr sz="1100" b="1" kern="1200">
                <a:solidFill>
                  <a:schemeClr val="tx1"/>
                </a:solidFill>
                <a:latin typeface="Arial" pitchFamily="34" charset="0"/>
                <a:ea typeface="MS PGothic" pitchFamily="34" charset="-128"/>
                <a:cs typeface="+mn-cs"/>
              </a:defRPr>
            </a:lvl4pPr>
            <a:lvl5pPr marL="1828800" algn="l" rtl="0" fontAlgn="base">
              <a:spcBef>
                <a:spcPct val="0"/>
              </a:spcBef>
              <a:spcAft>
                <a:spcPct val="0"/>
              </a:spcAft>
              <a:defRPr sz="1100" b="1" kern="1200">
                <a:solidFill>
                  <a:schemeClr val="tx1"/>
                </a:solidFill>
                <a:latin typeface="Arial" pitchFamily="34" charset="0"/>
                <a:ea typeface="MS PGothic" pitchFamily="34" charset="-128"/>
                <a:cs typeface="+mn-cs"/>
              </a:defRPr>
            </a:lvl5pPr>
            <a:lvl6pPr marL="2286000" algn="l" defTabSz="914400" rtl="0" eaLnBrk="1" latinLnBrk="0" hangingPunct="1">
              <a:defRPr sz="1100" b="1" kern="1200">
                <a:solidFill>
                  <a:schemeClr val="tx1"/>
                </a:solidFill>
                <a:latin typeface="Arial" pitchFamily="34" charset="0"/>
                <a:ea typeface="MS PGothic" pitchFamily="34" charset="-128"/>
                <a:cs typeface="+mn-cs"/>
              </a:defRPr>
            </a:lvl6pPr>
            <a:lvl7pPr marL="2743200" algn="l" defTabSz="914400" rtl="0" eaLnBrk="1" latinLnBrk="0" hangingPunct="1">
              <a:defRPr sz="1100" b="1" kern="1200">
                <a:solidFill>
                  <a:schemeClr val="tx1"/>
                </a:solidFill>
                <a:latin typeface="Arial" pitchFamily="34" charset="0"/>
                <a:ea typeface="MS PGothic" pitchFamily="34" charset="-128"/>
                <a:cs typeface="+mn-cs"/>
              </a:defRPr>
            </a:lvl7pPr>
            <a:lvl8pPr marL="3200400" algn="l" defTabSz="914400" rtl="0" eaLnBrk="1" latinLnBrk="0" hangingPunct="1">
              <a:defRPr sz="1100" b="1" kern="1200">
                <a:solidFill>
                  <a:schemeClr val="tx1"/>
                </a:solidFill>
                <a:latin typeface="Arial" pitchFamily="34" charset="0"/>
                <a:ea typeface="MS PGothic" pitchFamily="34" charset="-128"/>
                <a:cs typeface="+mn-cs"/>
              </a:defRPr>
            </a:lvl8pPr>
            <a:lvl9pPr marL="3657600" algn="l" defTabSz="914400" rtl="0" eaLnBrk="1" latinLnBrk="0" hangingPunct="1">
              <a:defRPr sz="1100" b="1" kern="1200">
                <a:solidFill>
                  <a:schemeClr val="tx1"/>
                </a:solidFill>
                <a:latin typeface="Arial" pitchFamily="34" charset="0"/>
                <a:ea typeface="MS PGothic" pitchFamily="34" charset="-128"/>
                <a:cs typeface="+mn-cs"/>
              </a:defRPr>
            </a:lvl9pPr>
          </a:lstStyle>
          <a:p>
            <a:pPr marR="0" lvl="0" algn="l" defTabSz="914400" rtl="0" fontAlgn="auto" hangingPunct="1">
              <a:lnSpc>
                <a:spcPct val="100000"/>
              </a:lnSpc>
              <a:spcBef>
                <a:spcPts val="0"/>
              </a:spcBef>
              <a:spcAft>
                <a:spcPts val="0"/>
              </a:spcAft>
              <a:tabLst/>
              <a:defRPr sz="1800" b="0" i="0" u="none" strike="noStrike" kern="0" cap="none" spc="0" baseline="0">
                <a:solidFill>
                  <a:srgbClr val="000000"/>
                </a:solidFill>
                <a:uFillTx/>
              </a:defRPr>
            </a:pPr>
            <a:r>
              <a:rPr lang="en-US" sz="2000" i="0" u="none" strike="noStrike" kern="1200" cap="none" spc="0" baseline="0">
                <a:uFillTx/>
                <a:latin typeface="Fidelity Sans" pitchFamily="34"/>
              </a:rPr>
              <a:t>Check your email accounts – if the data for one of your accounts was leaked, the service provider will often send you an email about it. </a:t>
            </a:r>
          </a:p>
          <a:p>
            <a:pPr marR="0" lvl="0" algn="l" defTabSz="914400" rtl="0" fontAlgn="auto" hangingPunct="1">
              <a:lnSpc>
                <a:spcPct val="100000"/>
              </a:lnSpc>
              <a:spcBef>
                <a:spcPts val="0"/>
              </a:spcBef>
              <a:spcAft>
                <a:spcPts val="0"/>
              </a:spcAft>
              <a:tabLst/>
              <a:defRPr sz="1800" b="0" i="0" u="none" strike="noStrike" kern="0" cap="none" spc="0" baseline="0">
                <a:solidFill>
                  <a:srgbClr val="000000"/>
                </a:solidFill>
                <a:uFillTx/>
              </a:defRPr>
            </a:pPr>
            <a:r>
              <a:rPr lang="en-US" sz="2000" i="0" u="sng" strike="noStrike" kern="1200" cap="none" spc="0" baseline="0">
                <a:uFillTx/>
                <a:latin typeface="Fidelity Sans" pitchFamily="34"/>
              </a:rPr>
              <a:t>But be careful! If the email is asking you to follow a link to update your login details, it might be a phishing email! </a:t>
            </a:r>
          </a:p>
          <a:p>
            <a:pPr marR="0" lvl="0" algn="l" defTabSz="914400" rtl="0" fontAlgn="auto" hangingPunct="1">
              <a:lnSpc>
                <a:spcPct val="100000"/>
              </a:lnSpc>
              <a:spcBef>
                <a:spcPts val="0"/>
              </a:spcBef>
              <a:spcAft>
                <a:spcPts val="0"/>
              </a:spcAft>
              <a:tabLst/>
              <a:defRPr sz="1800" b="0" i="0" u="none" strike="noStrike" kern="0" cap="none" spc="0" baseline="0">
                <a:solidFill>
                  <a:srgbClr val="000000"/>
                </a:solidFill>
                <a:uFillTx/>
              </a:defRPr>
            </a:pPr>
            <a:r>
              <a:rPr lang="en-US" sz="2000" i="0" u="none" strike="noStrike" kern="1200" cap="none" spc="0" baseline="0">
                <a:uFillTx/>
                <a:latin typeface="Fidelity Sans" pitchFamily="34"/>
              </a:rPr>
              <a:t>Always google to confirm an actual breach occurred, by law, it would have had to have been reported!</a:t>
            </a:r>
          </a:p>
          <a:p>
            <a:pPr marL="164461" indent="-164461" defTabSz="1219170">
              <a:spcAft>
                <a:spcPts val="700"/>
              </a:spcAft>
              <a:buFont typeface="Arial" panose="020B0604020202020204" pitchFamily="34" charset="0"/>
              <a:buChar char="•"/>
              <a:defRPr/>
            </a:pPr>
            <a:endParaRPr lang="en-US" sz="1600" b="0">
              <a:solidFill>
                <a:prstClr val="black">
                  <a:lumMod val="85000"/>
                  <a:lumOff val="15000"/>
                </a:prstClr>
              </a:solidFill>
              <a:latin typeface="Fidelity Sans" panose="020B0503030202020204" pitchFamily="34" charset="0"/>
              <a:cs typeface="Arial" panose="020B0604020202020204" pitchFamily="34" charset="0"/>
            </a:endParaRPr>
          </a:p>
        </p:txBody>
      </p:sp>
      <p:sp>
        <p:nvSpPr>
          <p:cNvPr id="22" name="Slide Number Placeholder 3">
            <a:extLst>
              <a:ext uri="{FF2B5EF4-FFF2-40B4-BE49-F238E27FC236}">
                <a16:creationId xmlns:a16="http://schemas.microsoft.com/office/drawing/2014/main" id="{8F6F5A8A-F42A-4661-B499-CEEBFDD2AD4D}"/>
              </a:ext>
            </a:extLst>
          </p:cNvPr>
          <p:cNvSpPr>
            <a:spLocks noGrp="1"/>
          </p:cNvSpPr>
          <p:nvPr>
            <p:ph type="sldNum" sz="quarter" idx="4"/>
          </p:nvPr>
        </p:nvSpPr>
        <p:spPr>
          <a:xfrm>
            <a:off x="-91653" y="6405455"/>
            <a:ext cx="621296" cy="365125"/>
          </a:xfrm>
        </p:spPr>
        <p:txBody>
          <a:bodyPr/>
          <a:lstStyle/>
          <a:p>
            <a:fld id="{0C46E731-D52C-420E-B9A6-9FE86F5B321E}" type="slidenum">
              <a:rPr lang="en-US" smtClean="0">
                <a:solidFill>
                  <a:schemeClr val="bg1"/>
                </a:solidFill>
              </a:rPr>
              <a:pPr/>
              <a:t>4</a:t>
            </a:fld>
            <a:endParaRPr lang="en-US">
              <a:solidFill>
                <a:schemeClr val="bg1"/>
              </a:solidFill>
            </a:endParaRPr>
          </a:p>
        </p:txBody>
      </p:sp>
      <p:pic>
        <p:nvPicPr>
          <p:cNvPr id="9" name="Picture 8">
            <a:extLst>
              <a:ext uri="{FF2B5EF4-FFF2-40B4-BE49-F238E27FC236}">
                <a16:creationId xmlns:a16="http://schemas.microsoft.com/office/drawing/2014/main" id="{899C6BBC-DB3C-0650-4745-050C74F15E20}"/>
              </a:ext>
            </a:extLst>
          </p:cNvPr>
          <p:cNvPicPr>
            <a:picLocks noChangeAspect="1"/>
          </p:cNvPicPr>
          <p:nvPr/>
        </p:nvPicPr>
        <p:blipFill rotWithShape="1">
          <a:blip r:embed="rId4"/>
          <a:srcRect b="9276"/>
          <a:stretch/>
        </p:blipFill>
        <p:spPr>
          <a:xfrm>
            <a:off x="257735" y="609837"/>
            <a:ext cx="5410316" cy="5683447"/>
          </a:xfrm>
          <a:prstGeom prst="rect">
            <a:avLst/>
          </a:prstGeom>
        </p:spPr>
      </p:pic>
      <p:cxnSp>
        <p:nvCxnSpPr>
          <p:cNvPr id="10" name="Straight Connector 9">
            <a:extLst>
              <a:ext uri="{FF2B5EF4-FFF2-40B4-BE49-F238E27FC236}">
                <a16:creationId xmlns:a16="http://schemas.microsoft.com/office/drawing/2014/main" id="{972E1B36-016F-5E37-F290-3513F40758AF}"/>
              </a:ext>
              <a:ext uri="{C183D7F6-B498-43B3-948B-1728B52AA6E4}">
                <adec:decorative xmlns:adec="http://schemas.microsoft.com/office/drawing/2017/decorative" val="1"/>
              </a:ext>
            </a:extLst>
          </p:cNvPr>
          <p:cNvCxnSpPr>
            <a:cxnSpLocks/>
          </p:cNvCxnSpPr>
          <p:nvPr/>
        </p:nvCxnSpPr>
        <p:spPr>
          <a:xfrm>
            <a:off x="6880732" y="1108602"/>
            <a:ext cx="435332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A6F35B08-4525-747E-1A2E-DF4B4E6C9C5A}"/>
              </a:ext>
            </a:extLst>
          </p:cNvPr>
          <p:cNvPicPr>
            <a:picLocks noChangeAspect="1"/>
          </p:cNvPicPr>
          <p:nvPr/>
        </p:nvPicPr>
        <p:blipFill>
          <a:blip r:embed="rId5"/>
          <a:stretch>
            <a:fillRect/>
          </a:stretch>
        </p:blipFill>
        <p:spPr>
          <a:xfrm>
            <a:off x="6506644" y="5749398"/>
            <a:ext cx="5049522" cy="946785"/>
          </a:xfrm>
          <a:prstGeom prst="rect">
            <a:avLst/>
          </a:prstGeom>
        </p:spPr>
      </p:pic>
    </p:spTree>
    <p:extLst>
      <p:ext uri="{BB962C8B-B14F-4D97-AF65-F5344CB8AC3E}">
        <p14:creationId xmlns:p14="http://schemas.microsoft.com/office/powerpoint/2010/main" val="3001511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BB9EE44-C39C-45FD-8D2D-F9A5C2DD63AF}"/>
              </a:ext>
            </a:extLst>
          </p:cNvPr>
          <p:cNvSpPr>
            <a:spLocks noGrp="1"/>
          </p:cNvSpPr>
          <p:nvPr>
            <p:ph type="sldNum" sz="quarter" idx="4"/>
          </p:nvPr>
        </p:nvSpPr>
        <p:spPr/>
        <p:txBody>
          <a:bodyPr/>
          <a:lstStyle/>
          <a:p>
            <a:fld id="{0C46E731-D52C-420E-B9A6-9FE86F5B321E}" type="slidenum">
              <a:rPr lang="en-US" smtClean="0"/>
              <a:pPr/>
              <a:t>5</a:t>
            </a:fld>
            <a:endParaRPr lang="en-US"/>
          </a:p>
        </p:txBody>
      </p:sp>
      <p:pic>
        <p:nvPicPr>
          <p:cNvPr id="3" name="Picture 2">
            <a:extLst>
              <a:ext uri="{FF2B5EF4-FFF2-40B4-BE49-F238E27FC236}">
                <a16:creationId xmlns:a16="http://schemas.microsoft.com/office/drawing/2014/main" id="{FCB65140-7B90-DDF4-8990-C6E603CAE26D}"/>
              </a:ext>
            </a:extLst>
          </p:cNvPr>
          <p:cNvPicPr>
            <a:picLocks noChangeAspect="1"/>
          </p:cNvPicPr>
          <p:nvPr/>
        </p:nvPicPr>
        <p:blipFill>
          <a:blip r:embed="rId3"/>
          <a:stretch>
            <a:fillRect/>
          </a:stretch>
        </p:blipFill>
        <p:spPr>
          <a:xfrm>
            <a:off x="1488911" y="1636916"/>
            <a:ext cx="9999677" cy="3699067"/>
          </a:xfrm>
          <a:prstGeom prst="rect">
            <a:avLst/>
          </a:prstGeom>
          <a:solidFill>
            <a:srgbClr val="FFFFFF"/>
          </a:solidFill>
        </p:spPr>
      </p:pic>
      <p:cxnSp>
        <p:nvCxnSpPr>
          <p:cNvPr id="6" name="Straight Connector 5">
            <a:extLst>
              <a:ext uri="{FF2B5EF4-FFF2-40B4-BE49-F238E27FC236}">
                <a16:creationId xmlns:a16="http://schemas.microsoft.com/office/drawing/2014/main" id="{BB32EBA4-FF9D-1930-F522-3508A7085CD3}"/>
              </a:ext>
              <a:ext uri="{C183D7F6-B498-43B3-948B-1728B52AA6E4}">
                <adec:decorative xmlns:adec="http://schemas.microsoft.com/office/drawing/2017/decorative" val="1"/>
              </a:ext>
            </a:extLst>
          </p:cNvPr>
          <p:cNvCxnSpPr>
            <a:cxnSpLocks/>
          </p:cNvCxnSpPr>
          <p:nvPr/>
        </p:nvCxnSpPr>
        <p:spPr>
          <a:xfrm flipV="1">
            <a:off x="529643" y="1006587"/>
            <a:ext cx="11063228" cy="20915"/>
          </a:xfrm>
          <a:prstGeom prst="line">
            <a:avLst/>
          </a:prstGeom>
          <a:ln w="19050">
            <a:solidFill>
              <a:schemeClr val="bg1">
                <a:lumMod val="75000"/>
              </a:schemeClr>
            </a:solidFill>
            <a:headEnd type="oval"/>
            <a:tailEnd type="oval"/>
          </a:ln>
        </p:spPr>
        <p:style>
          <a:lnRef idx="1">
            <a:schemeClr val="dk1"/>
          </a:lnRef>
          <a:fillRef idx="0">
            <a:schemeClr val="dk1"/>
          </a:fillRef>
          <a:effectRef idx="0">
            <a:schemeClr val="dk1"/>
          </a:effectRef>
          <a:fontRef idx="minor">
            <a:schemeClr val="tx1"/>
          </a:fontRef>
        </p:style>
      </p:cxnSp>
      <p:sp>
        <p:nvSpPr>
          <p:cNvPr id="7" name="Rectangle 6">
            <a:extLst>
              <a:ext uri="{FF2B5EF4-FFF2-40B4-BE49-F238E27FC236}">
                <a16:creationId xmlns:a16="http://schemas.microsoft.com/office/drawing/2014/main" id="{984F4B1B-370B-26C6-B0EE-37A4512DEFDE}"/>
              </a:ext>
            </a:extLst>
          </p:cNvPr>
          <p:cNvSpPr/>
          <p:nvPr/>
        </p:nvSpPr>
        <p:spPr>
          <a:xfrm>
            <a:off x="4178214" y="557064"/>
            <a:ext cx="4825835" cy="735171"/>
          </a:xfrm>
          <a:prstGeom prst="rect">
            <a:avLst/>
          </a:prstGeom>
          <a:solidFill>
            <a:schemeClr val="bg1">
              <a:lumMod val="95000"/>
            </a:schemeClr>
          </a:solidFill>
          <a:ln w="12700" cap="flat" cmpd="sng" algn="ctr">
            <a:solidFill>
              <a:schemeClr val="bg1">
                <a:lumMod val="75000"/>
              </a:schemeClr>
            </a:solidFill>
            <a:prstDash val="solid"/>
          </a:ln>
          <a:effectLst/>
        </p:spPr>
        <p:style>
          <a:lnRef idx="2">
            <a:scrgbClr r="0" g="0" b="0"/>
          </a:lnRef>
          <a:fillRef idx="1">
            <a:scrgbClr r="0" g="0" b="0"/>
          </a:fillRef>
          <a:effectRef idx="0">
            <a:scrgbClr r="0" g="0" b="0"/>
          </a:effectRef>
          <a:fontRef idx="minor">
            <a:schemeClr val="lt1"/>
          </a:fontRef>
        </p:style>
        <p:txBody>
          <a:bodyPr anchor="ctr">
            <a:noAutofit/>
          </a:bodyPr>
          <a:lstStyle/>
          <a:p>
            <a:pPr algn="ctr"/>
            <a:r>
              <a:rPr lang="en-US" sz="2400" b="1">
                <a:solidFill>
                  <a:srgbClr val="4D4D4D"/>
                </a:solidFill>
                <a:latin typeface="Fidelity Sans" panose="020B0503030202020204" pitchFamily="34" charset="0"/>
              </a:rPr>
              <a:t>My data was leaked! </a:t>
            </a:r>
          </a:p>
          <a:p>
            <a:pPr algn="ctr"/>
            <a:r>
              <a:rPr lang="en-US" sz="2400" b="1">
                <a:solidFill>
                  <a:srgbClr val="4D4D4D"/>
                </a:solidFill>
                <a:latin typeface="Fidelity Sans" panose="020B0503030202020204" pitchFamily="34" charset="0"/>
              </a:rPr>
              <a:t>What do I do?</a:t>
            </a:r>
          </a:p>
        </p:txBody>
      </p:sp>
      <p:grpSp>
        <p:nvGrpSpPr>
          <p:cNvPr id="11" name="Group 10" descr="heart with heart beat monitor icon on light green background">
            <a:extLst>
              <a:ext uri="{FF2B5EF4-FFF2-40B4-BE49-F238E27FC236}">
                <a16:creationId xmlns:a16="http://schemas.microsoft.com/office/drawing/2014/main" id="{040EA1F6-4C36-7DAC-CFCF-104411D8675D}"/>
              </a:ext>
            </a:extLst>
          </p:cNvPr>
          <p:cNvGrpSpPr/>
          <p:nvPr/>
        </p:nvGrpSpPr>
        <p:grpSpPr>
          <a:xfrm>
            <a:off x="4178214" y="5680664"/>
            <a:ext cx="1056904" cy="938151"/>
            <a:chOff x="6972304" y="1541732"/>
            <a:chExt cx="437473" cy="437473"/>
          </a:xfrm>
        </p:grpSpPr>
        <p:sp>
          <p:nvSpPr>
            <p:cNvPr id="12" name="Oval 11">
              <a:extLst>
                <a:ext uri="{FF2B5EF4-FFF2-40B4-BE49-F238E27FC236}">
                  <a16:creationId xmlns:a16="http://schemas.microsoft.com/office/drawing/2014/main" id="{31596702-0178-4C4D-6EDD-23733C0CF086}"/>
                </a:ext>
              </a:extLst>
            </p:cNvPr>
            <p:cNvSpPr/>
            <p:nvPr/>
          </p:nvSpPr>
          <p:spPr bwMode="auto">
            <a:xfrm rot="10800000">
              <a:off x="6972304" y="1541732"/>
              <a:ext cx="437473" cy="437473"/>
            </a:xfrm>
            <a:prstGeom prst="ellipse">
              <a:avLst/>
            </a:prstGeom>
            <a:solidFill>
              <a:srgbClr val="0070C0"/>
            </a:solidFill>
            <a:ln w="22225" cap="flat" cmpd="sng" algn="ctr">
              <a:solidFill>
                <a:schemeClr val="bg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200" u="none" strike="noStrike" cap="none" normalizeH="0" baseline="0">
                <a:ln>
                  <a:noFill/>
                </a:ln>
                <a:solidFill>
                  <a:schemeClr val="tx1"/>
                </a:solidFill>
                <a:effectLst/>
                <a:latin typeface="+mj-lt"/>
                <a:ea typeface="Arial Regular" charset="0"/>
              </a:endParaRPr>
            </a:p>
          </p:txBody>
        </p:sp>
        <p:pic>
          <p:nvPicPr>
            <p:cNvPr id="13" name="Graphic 12">
              <a:extLst>
                <a:ext uri="{FF2B5EF4-FFF2-40B4-BE49-F238E27FC236}">
                  <a16:creationId xmlns:a16="http://schemas.microsoft.com/office/drawing/2014/main" id="{22A37201-9481-1ABA-6136-F906335E064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25283" y="1642465"/>
              <a:ext cx="345369" cy="272497"/>
            </a:xfrm>
            <a:prstGeom prst="rect">
              <a:avLst/>
            </a:prstGeom>
          </p:spPr>
        </p:pic>
      </p:grpSp>
      <p:sp>
        <p:nvSpPr>
          <p:cNvPr id="14" name="TextBox 13">
            <a:extLst>
              <a:ext uri="{FF2B5EF4-FFF2-40B4-BE49-F238E27FC236}">
                <a16:creationId xmlns:a16="http://schemas.microsoft.com/office/drawing/2014/main" id="{B63643FA-2ACC-F596-381C-11EC5FC6E676}"/>
              </a:ext>
            </a:extLst>
          </p:cNvPr>
          <p:cNvSpPr txBox="1"/>
          <p:nvPr/>
        </p:nvSpPr>
        <p:spPr>
          <a:xfrm>
            <a:off x="5391397" y="5839013"/>
            <a:ext cx="5094515" cy="646331"/>
          </a:xfrm>
          <a:prstGeom prst="rect">
            <a:avLst/>
          </a:prstGeom>
          <a:noFill/>
        </p:spPr>
        <p:txBody>
          <a:bodyPr wrap="square" rtlCol="0">
            <a:spAutoFit/>
          </a:bodyPr>
          <a:lstStyle/>
          <a:p>
            <a:r>
              <a:rPr lang="en-IE" sz="3600" b="1">
                <a:latin typeface="Fidelity Sans" panose="020B0503030202020204" pitchFamily="34" charset="0"/>
              </a:rPr>
              <a:t>Stay calm!</a:t>
            </a:r>
          </a:p>
        </p:txBody>
      </p:sp>
      <p:grpSp>
        <p:nvGrpSpPr>
          <p:cNvPr id="15" name="Group 14" descr="heart with heart beat monitor icon on light green background">
            <a:extLst>
              <a:ext uri="{FF2B5EF4-FFF2-40B4-BE49-F238E27FC236}">
                <a16:creationId xmlns:a16="http://schemas.microsoft.com/office/drawing/2014/main" id="{4C975D1D-2C53-027A-71B2-420C09E441BB}"/>
              </a:ext>
            </a:extLst>
          </p:cNvPr>
          <p:cNvGrpSpPr/>
          <p:nvPr/>
        </p:nvGrpSpPr>
        <p:grpSpPr>
          <a:xfrm>
            <a:off x="7947145" y="5649866"/>
            <a:ext cx="1056904" cy="938151"/>
            <a:chOff x="6972304" y="1541732"/>
            <a:chExt cx="437473" cy="437473"/>
          </a:xfrm>
        </p:grpSpPr>
        <p:sp>
          <p:nvSpPr>
            <p:cNvPr id="16" name="Oval 15">
              <a:extLst>
                <a:ext uri="{FF2B5EF4-FFF2-40B4-BE49-F238E27FC236}">
                  <a16:creationId xmlns:a16="http://schemas.microsoft.com/office/drawing/2014/main" id="{C3D6E089-238F-9668-CCFB-F0F2EC462EA1}"/>
                </a:ext>
              </a:extLst>
            </p:cNvPr>
            <p:cNvSpPr/>
            <p:nvPr/>
          </p:nvSpPr>
          <p:spPr bwMode="auto">
            <a:xfrm rot="10800000">
              <a:off x="6972304" y="1541732"/>
              <a:ext cx="437473" cy="437473"/>
            </a:xfrm>
            <a:prstGeom prst="ellipse">
              <a:avLst/>
            </a:prstGeom>
            <a:solidFill>
              <a:srgbClr val="0070C0"/>
            </a:solidFill>
            <a:ln w="22225" cap="flat" cmpd="sng" algn="ctr">
              <a:solidFill>
                <a:schemeClr val="bg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200" u="none" strike="noStrike" cap="none" normalizeH="0" baseline="0">
                <a:ln>
                  <a:noFill/>
                </a:ln>
                <a:solidFill>
                  <a:schemeClr val="tx1"/>
                </a:solidFill>
                <a:effectLst/>
                <a:latin typeface="+mj-lt"/>
                <a:ea typeface="Arial Regular" charset="0"/>
              </a:endParaRPr>
            </a:p>
          </p:txBody>
        </p:sp>
        <p:pic>
          <p:nvPicPr>
            <p:cNvPr id="17" name="Graphic 16">
              <a:extLst>
                <a:ext uri="{FF2B5EF4-FFF2-40B4-BE49-F238E27FC236}">
                  <a16:creationId xmlns:a16="http://schemas.microsoft.com/office/drawing/2014/main" id="{DE9D1C17-E6A0-07B0-50E3-906326F374A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25283" y="1642465"/>
              <a:ext cx="345369" cy="272497"/>
            </a:xfrm>
            <a:prstGeom prst="rect">
              <a:avLst/>
            </a:prstGeom>
          </p:spPr>
        </p:pic>
      </p:grpSp>
    </p:spTree>
    <p:extLst>
      <p:ext uri="{BB962C8B-B14F-4D97-AF65-F5344CB8AC3E}">
        <p14:creationId xmlns:p14="http://schemas.microsoft.com/office/powerpoint/2010/main" val="2735552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BB9EE44-C39C-45FD-8D2D-F9A5C2DD63AF}"/>
              </a:ext>
            </a:extLst>
          </p:cNvPr>
          <p:cNvSpPr>
            <a:spLocks noGrp="1"/>
          </p:cNvSpPr>
          <p:nvPr>
            <p:ph type="sldNum" sz="quarter" idx="4"/>
          </p:nvPr>
        </p:nvSpPr>
        <p:spPr/>
        <p:txBody>
          <a:bodyPr/>
          <a:lstStyle/>
          <a:p>
            <a:fld id="{0C46E731-D52C-420E-B9A6-9FE86F5B321E}" type="slidenum">
              <a:rPr lang="en-US" smtClean="0"/>
              <a:pPr/>
              <a:t>6</a:t>
            </a:fld>
            <a:endParaRPr lang="en-US"/>
          </a:p>
        </p:txBody>
      </p:sp>
      <p:cxnSp>
        <p:nvCxnSpPr>
          <p:cNvPr id="9" name="Straight Connector 8">
            <a:extLst>
              <a:ext uri="{FF2B5EF4-FFF2-40B4-BE49-F238E27FC236}">
                <a16:creationId xmlns:a16="http://schemas.microsoft.com/office/drawing/2014/main" id="{BC5CFA31-5BCD-D764-1A11-039F3369FE3A}"/>
              </a:ext>
              <a:ext uri="{C183D7F6-B498-43B3-948B-1728B52AA6E4}">
                <adec:decorative xmlns:adec="http://schemas.microsoft.com/office/drawing/2017/decorative" val="1"/>
              </a:ext>
            </a:extLst>
          </p:cNvPr>
          <p:cNvCxnSpPr>
            <a:cxnSpLocks/>
          </p:cNvCxnSpPr>
          <p:nvPr/>
        </p:nvCxnSpPr>
        <p:spPr>
          <a:xfrm flipV="1">
            <a:off x="529643" y="1006587"/>
            <a:ext cx="11063228" cy="20915"/>
          </a:xfrm>
          <a:prstGeom prst="line">
            <a:avLst/>
          </a:prstGeom>
          <a:ln w="19050">
            <a:solidFill>
              <a:schemeClr val="bg1">
                <a:lumMod val="75000"/>
              </a:schemeClr>
            </a:solidFill>
            <a:headEnd type="oval"/>
            <a:tailEnd type="oval"/>
          </a:ln>
        </p:spPr>
        <p:style>
          <a:lnRef idx="1">
            <a:schemeClr val="dk1"/>
          </a:lnRef>
          <a:fillRef idx="0">
            <a:schemeClr val="dk1"/>
          </a:fillRef>
          <a:effectRef idx="0">
            <a:schemeClr val="dk1"/>
          </a:effectRef>
          <a:fontRef idx="minor">
            <a:schemeClr val="tx1"/>
          </a:fontRef>
        </p:style>
      </p:cxnSp>
      <p:sp>
        <p:nvSpPr>
          <p:cNvPr id="10" name="Rectangle 9">
            <a:extLst>
              <a:ext uri="{FF2B5EF4-FFF2-40B4-BE49-F238E27FC236}">
                <a16:creationId xmlns:a16="http://schemas.microsoft.com/office/drawing/2014/main" id="{C49795CF-AF81-61D8-1BD9-66A6A7DC670C}"/>
              </a:ext>
            </a:extLst>
          </p:cNvPr>
          <p:cNvSpPr/>
          <p:nvPr/>
        </p:nvSpPr>
        <p:spPr>
          <a:xfrm>
            <a:off x="4178214" y="557064"/>
            <a:ext cx="4825835" cy="735171"/>
          </a:xfrm>
          <a:prstGeom prst="rect">
            <a:avLst/>
          </a:prstGeom>
          <a:solidFill>
            <a:schemeClr val="bg1">
              <a:lumMod val="95000"/>
            </a:schemeClr>
          </a:solidFill>
          <a:ln w="12700" cap="flat" cmpd="sng" algn="ctr">
            <a:solidFill>
              <a:schemeClr val="bg1">
                <a:lumMod val="75000"/>
              </a:schemeClr>
            </a:solidFill>
            <a:prstDash val="solid"/>
          </a:ln>
          <a:effectLst/>
        </p:spPr>
        <p:style>
          <a:lnRef idx="2">
            <a:scrgbClr r="0" g="0" b="0"/>
          </a:lnRef>
          <a:fillRef idx="1">
            <a:scrgbClr r="0" g="0" b="0"/>
          </a:fillRef>
          <a:effectRef idx="0">
            <a:scrgbClr r="0" g="0" b="0"/>
          </a:effectRef>
          <a:fontRef idx="minor">
            <a:schemeClr val="lt1"/>
          </a:fontRef>
        </p:style>
        <p:txBody>
          <a:bodyPr anchor="ctr">
            <a:noAutofit/>
          </a:bodyPr>
          <a:lstStyle/>
          <a:p>
            <a:pPr algn="ctr"/>
            <a:r>
              <a:rPr lang="en-US" sz="2400" b="1">
                <a:solidFill>
                  <a:srgbClr val="4D4D4D"/>
                </a:solidFill>
                <a:latin typeface="Fidelity Sans" panose="020B0503030202020204" pitchFamily="34" charset="0"/>
              </a:rPr>
              <a:t>My data was leaked! </a:t>
            </a:r>
          </a:p>
          <a:p>
            <a:pPr algn="ctr"/>
            <a:r>
              <a:rPr lang="en-US" sz="2400" b="1">
                <a:solidFill>
                  <a:srgbClr val="4D4D4D"/>
                </a:solidFill>
                <a:latin typeface="Fidelity Sans" panose="020B0503030202020204" pitchFamily="34" charset="0"/>
              </a:rPr>
              <a:t>What do I do?</a:t>
            </a:r>
          </a:p>
        </p:txBody>
      </p:sp>
      <p:sp>
        <p:nvSpPr>
          <p:cNvPr id="85" name="Rectangle 84">
            <a:extLst>
              <a:ext uri="{FF2B5EF4-FFF2-40B4-BE49-F238E27FC236}">
                <a16:creationId xmlns:a16="http://schemas.microsoft.com/office/drawing/2014/main" id="{A9944E38-D064-D51F-F894-36E3DFFB6727}"/>
              </a:ext>
            </a:extLst>
          </p:cNvPr>
          <p:cNvSpPr/>
          <p:nvPr/>
        </p:nvSpPr>
        <p:spPr>
          <a:xfrm>
            <a:off x="529643" y="1927747"/>
            <a:ext cx="2068501" cy="364697"/>
          </a:xfrm>
          <a:prstGeom prst="rect">
            <a:avLst/>
          </a:prstGeom>
          <a:solidFill>
            <a:srgbClr val="005470"/>
          </a:solidFill>
        </p:spPr>
        <p:txBody>
          <a:bodyPr wrap="square" lIns="121920" tIns="60960" rIns="121920" bIns="60960" anchor="ctr">
            <a:noAutofit/>
          </a:bodyPr>
          <a:lstStyle/>
          <a:p>
            <a:pPr algn="ctr" defTabSz="1625239">
              <a:defRPr/>
            </a:pPr>
            <a:r>
              <a:rPr lang="en-US" sz="1867" b="1" spc="533">
                <a:solidFill>
                  <a:prstClr val="white"/>
                </a:solidFill>
                <a:latin typeface="Fidelity Sans" panose="020B0503030202020204" pitchFamily="34" charset="0"/>
              </a:rPr>
              <a:t>1</a:t>
            </a:r>
          </a:p>
        </p:txBody>
      </p:sp>
      <p:sp>
        <p:nvSpPr>
          <p:cNvPr id="86" name="Rectangle 85" descr="light diagonally striped rectangular shape">
            <a:extLst>
              <a:ext uri="{FF2B5EF4-FFF2-40B4-BE49-F238E27FC236}">
                <a16:creationId xmlns:a16="http://schemas.microsoft.com/office/drawing/2014/main" id="{5B56AD01-32A4-FC3E-A857-B32299A6ABEA}"/>
              </a:ext>
            </a:extLst>
          </p:cNvPr>
          <p:cNvSpPr/>
          <p:nvPr/>
        </p:nvSpPr>
        <p:spPr>
          <a:xfrm>
            <a:off x="563160" y="2357861"/>
            <a:ext cx="2038599" cy="3147349"/>
          </a:xfrm>
          <a:prstGeom prst="rect">
            <a:avLst/>
          </a:prstGeom>
          <a:pattFill prst="ltUpDiag">
            <a:fgClr>
              <a:schemeClr val="bg1">
                <a:lumMod val="95000"/>
              </a:schemeClr>
            </a:fgClr>
            <a:bgClr>
              <a:schemeClr val="bg1"/>
            </a:bgClr>
          </a:patt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625239">
              <a:defRPr/>
            </a:pPr>
            <a:endParaRPr lang="en-US" sz="1867">
              <a:solidFill>
                <a:prstClr val="white"/>
              </a:solidFill>
              <a:latin typeface="Fidelity Sans" panose="020B0503030202020204" pitchFamily="34" charset="0"/>
            </a:endParaRPr>
          </a:p>
        </p:txBody>
      </p:sp>
      <p:sp>
        <p:nvSpPr>
          <p:cNvPr id="92" name="Rectangle 91">
            <a:extLst>
              <a:ext uri="{FF2B5EF4-FFF2-40B4-BE49-F238E27FC236}">
                <a16:creationId xmlns:a16="http://schemas.microsoft.com/office/drawing/2014/main" id="{286F977A-C363-96C5-3C1D-B09958018C4E}"/>
              </a:ext>
            </a:extLst>
          </p:cNvPr>
          <p:cNvSpPr/>
          <p:nvPr/>
        </p:nvSpPr>
        <p:spPr>
          <a:xfrm>
            <a:off x="554290" y="3593053"/>
            <a:ext cx="2187525" cy="923330"/>
          </a:xfrm>
          <a:prstGeom prst="rect">
            <a:avLst/>
          </a:prstGeom>
        </p:spPr>
        <p:txBody>
          <a:bodyPr wrap="square" lIns="91440" tIns="45720" rIns="91440" bIns="45720" anchor="t">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i="0" u="none" strike="noStrike" kern="1200" cap="none" spc="0" baseline="0">
                <a:uFillTx/>
                <a:latin typeface="Fidelity Sans"/>
                <a:ea typeface="Calibri" pitchFamily="34"/>
              </a:rPr>
              <a:t>Change the password for the compromised account</a:t>
            </a:r>
          </a:p>
        </p:txBody>
      </p:sp>
      <p:sp>
        <p:nvSpPr>
          <p:cNvPr id="93" name="Rectangle 92">
            <a:extLst>
              <a:ext uri="{FF2B5EF4-FFF2-40B4-BE49-F238E27FC236}">
                <a16:creationId xmlns:a16="http://schemas.microsoft.com/office/drawing/2014/main" id="{1DE01C0D-C996-62C1-F1C8-57FCECFCE6A3}"/>
              </a:ext>
            </a:extLst>
          </p:cNvPr>
          <p:cNvSpPr/>
          <p:nvPr/>
        </p:nvSpPr>
        <p:spPr>
          <a:xfrm>
            <a:off x="2769737" y="1927747"/>
            <a:ext cx="2068501" cy="364697"/>
          </a:xfrm>
          <a:prstGeom prst="rect">
            <a:avLst/>
          </a:prstGeom>
          <a:solidFill>
            <a:srgbClr val="005470"/>
          </a:solidFill>
        </p:spPr>
        <p:txBody>
          <a:bodyPr wrap="square" lIns="121920" tIns="60960" rIns="121920" bIns="60960" anchor="ctr">
            <a:noAutofit/>
          </a:bodyPr>
          <a:lstStyle/>
          <a:p>
            <a:pPr algn="ctr" defTabSz="1625239">
              <a:defRPr/>
            </a:pPr>
            <a:r>
              <a:rPr lang="en-US" sz="1867" b="1" spc="533">
                <a:solidFill>
                  <a:prstClr val="white"/>
                </a:solidFill>
                <a:latin typeface="Fidelity Sans" panose="020B0503030202020204" pitchFamily="34" charset="0"/>
              </a:rPr>
              <a:t>2</a:t>
            </a:r>
          </a:p>
        </p:txBody>
      </p:sp>
      <p:sp>
        <p:nvSpPr>
          <p:cNvPr id="94" name="Rectangle 93" descr="light diagonally striped rectangular shape">
            <a:extLst>
              <a:ext uri="{FF2B5EF4-FFF2-40B4-BE49-F238E27FC236}">
                <a16:creationId xmlns:a16="http://schemas.microsoft.com/office/drawing/2014/main" id="{4129004C-B8C4-73F7-23CD-CF824A03D538}"/>
              </a:ext>
            </a:extLst>
          </p:cNvPr>
          <p:cNvSpPr/>
          <p:nvPr/>
        </p:nvSpPr>
        <p:spPr>
          <a:xfrm>
            <a:off x="2771865" y="2350718"/>
            <a:ext cx="2038599" cy="3147349"/>
          </a:xfrm>
          <a:prstGeom prst="rect">
            <a:avLst/>
          </a:prstGeom>
          <a:pattFill prst="ltUpDiag">
            <a:fgClr>
              <a:schemeClr val="bg1">
                <a:lumMod val="95000"/>
              </a:schemeClr>
            </a:fgClr>
            <a:bgClr>
              <a:schemeClr val="bg1"/>
            </a:bgClr>
          </a:patt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625239">
              <a:defRPr/>
            </a:pPr>
            <a:endParaRPr lang="en-US" sz="1867">
              <a:solidFill>
                <a:prstClr val="white"/>
              </a:solidFill>
              <a:latin typeface="Fidelity Sans" panose="020B0503030202020204" pitchFamily="34" charset="0"/>
            </a:endParaRPr>
          </a:p>
        </p:txBody>
      </p:sp>
      <p:sp>
        <p:nvSpPr>
          <p:cNvPr id="109" name="Rectangle 108">
            <a:extLst>
              <a:ext uri="{FF2B5EF4-FFF2-40B4-BE49-F238E27FC236}">
                <a16:creationId xmlns:a16="http://schemas.microsoft.com/office/drawing/2014/main" id="{0D459755-CE80-56BD-A59C-E4E4BA655683}"/>
              </a:ext>
            </a:extLst>
          </p:cNvPr>
          <p:cNvSpPr/>
          <p:nvPr/>
        </p:nvSpPr>
        <p:spPr>
          <a:xfrm>
            <a:off x="2840246" y="3632145"/>
            <a:ext cx="2187525" cy="923330"/>
          </a:xfrm>
          <a:prstGeom prst="rect">
            <a:avLst/>
          </a:prstGeom>
        </p:spPr>
        <p:txBody>
          <a:bodyPr wrap="square" lIns="91440" tIns="45720" rIns="91440" bIns="45720" anchor="t">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i="0" u="none" strike="noStrike" kern="1200" cap="none" spc="0" baseline="0">
                <a:uFillTx/>
                <a:latin typeface="Fidelity Sans"/>
                <a:ea typeface="Calibri" pitchFamily="34"/>
              </a:rPr>
              <a:t>Confirm what sensitive information was disclosed</a:t>
            </a:r>
          </a:p>
        </p:txBody>
      </p:sp>
      <p:sp>
        <p:nvSpPr>
          <p:cNvPr id="110" name="Rectangle 109">
            <a:extLst>
              <a:ext uri="{FF2B5EF4-FFF2-40B4-BE49-F238E27FC236}">
                <a16:creationId xmlns:a16="http://schemas.microsoft.com/office/drawing/2014/main" id="{205C1128-218A-16AC-8F3A-13FB5E5197A6}"/>
              </a:ext>
            </a:extLst>
          </p:cNvPr>
          <p:cNvSpPr/>
          <p:nvPr/>
        </p:nvSpPr>
        <p:spPr>
          <a:xfrm>
            <a:off x="5018905" y="1933969"/>
            <a:ext cx="2068501" cy="364697"/>
          </a:xfrm>
          <a:prstGeom prst="rect">
            <a:avLst/>
          </a:prstGeom>
          <a:solidFill>
            <a:srgbClr val="005470"/>
          </a:solidFill>
        </p:spPr>
        <p:txBody>
          <a:bodyPr wrap="square" lIns="121920" tIns="60960" rIns="121920" bIns="60960" anchor="ctr">
            <a:noAutofit/>
          </a:bodyPr>
          <a:lstStyle/>
          <a:p>
            <a:pPr algn="ctr" defTabSz="1625239">
              <a:defRPr/>
            </a:pPr>
            <a:r>
              <a:rPr lang="en-US" sz="1867" b="1" spc="533">
                <a:solidFill>
                  <a:prstClr val="white"/>
                </a:solidFill>
                <a:latin typeface="Fidelity Sans" panose="020B0503030202020204" pitchFamily="34" charset="0"/>
              </a:rPr>
              <a:t>3</a:t>
            </a:r>
          </a:p>
        </p:txBody>
      </p:sp>
      <p:sp>
        <p:nvSpPr>
          <p:cNvPr id="111" name="Rectangle 110" descr="light diagonally striped rectangular shape">
            <a:extLst>
              <a:ext uri="{FF2B5EF4-FFF2-40B4-BE49-F238E27FC236}">
                <a16:creationId xmlns:a16="http://schemas.microsoft.com/office/drawing/2014/main" id="{01268222-AEE6-72A2-2613-C530B132D250}"/>
              </a:ext>
            </a:extLst>
          </p:cNvPr>
          <p:cNvSpPr/>
          <p:nvPr/>
        </p:nvSpPr>
        <p:spPr>
          <a:xfrm>
            <a:off x="5032821" y="2357861"/>
            <a:ext cx="2038599" cy="3147349"/>
          </a:xfrm>
          <a:prstGeom prst="rect">
            <a:avLst/>
          </a:prstGeom>
          <a:pattFill prst="ltUpDiag">
            <a:fgClr>
              <a:schemeClr val="bg1">
                <a:lumMod val="95000"/>
              </a:schemeClr>
            </a:fgClr>
            <a:bgClr>
              <a:schemeClr val="bg1"/>
            </a:bgClr>
          </a:patt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625239">
              <a:defRPr/>
            </a:pPr>
            <a:endParaRPr lang="en-US" sz="1867">
              <a:solidFill>
                <a:prstClr val="white"/>
              </a:solidFill>
              <a:latin typeface="Fidelity Sans" panose="020B0503030202020204" pitchFamily="34" charset="0"/>
            </a:endParaRPr>
          </a:p>
        </p:txBody>
      </p:sp>
      <p:pic>
        <p:nvPicPr>
          <p:cNvPr id="112" name="Graphic 111" descr="cloud data icon">
            <a:extLst>
              <a:ext uri="{FF2B5EF4-FFF2-40B4-BE49-F238E27FC236}">
                <a16:creationId xmlns:a16="http://schemas.microsoft.com/office/drawing/2014/main" id="{A5C9EB6D-3BC5-B968-E01B-5236FC9265FB}"/>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515799" y="2615871"/>
            <a:ext cx="978373" cy="859781"/>
          </a:xfrm>
          <a:prstGeom prst="rect">
            <a:avLst/>
          </a:prstGeom>
        </p:spPr>
      </p:pic>
      <p:sp>
        <p:nvSpPr>
          <p:cNvPr id="113" name="Rectangle 112">
            <a:extLst>
              <a:ext uri="{FF2B5EF4-FFF2-40B4-BE49-F238E27FC236}">
                <a16:creationId xmlns:a16="http://schemas.microsoft.com/office/drawing/2014/main" id="{4A64DBCB-FCF7-DC93-5929-C849E2C4E556}"/>
              </a:ext>
            </a:extLst>
          </p:cNvPr>
          <p:cNvSpPr/>
          <p:nvPr/>
        </p:nvSpPr>
        <p:spPr>
          <a:xfrm>
            <a:off x="4964160" y="3595565"/>
            <a:ext cx="2187525" cy="1015663"/>
          </a:xfrm>
          <a:prstGeom prst="rect">
            <a:avLst/>
          </a:prstGeom>
        </p:spPr>
        <p:txBody>
          <a:bodyPr wrap="square" lIns="91440" tIns="45720" rIns="91440" bIns="45720" anchor="t">
            <a:spAutoFit/>
          </a:bodyPr>
          <a:lstStyle/>
          <a:p>
            <a:pPr algn="ctr" defTabSz="1625239">
              <a:defRPr/>
            </a:pPr>
            <a:r>
              <a:rPr lang="en-US" i="0" u="none" strike="noStrike" kern="1200" cap="none" spc="0" baseline="0">
                <a:uFillTx/>
                <a:latin typeface="Fidelity Sans"/>
                <a:ea typeface="Calibri" pitchFamily="34"/>
              </a:rPr>
              <a:t>Check your account for any suspicious</a:t>
            </a:r>
            <a:r>
              <a:rPr lang="en-US" sz="2000" i="0" u="none" strike="noStrike" kern="1200" cap="none" spc="0" baseline="0">
                <a:uFillTx/>
                <a:latin typeface="Fidelity Sans"/>
                <a:ea typeface="Calibri" pitchFamily="34"/>
              </a:rPr>
              <a:t> activity</a:t>
            </a:r>
            <a:endParaRPr lang="en-US" sz="2000">
              <a:solidFill>
                <a:prstClr val="black">
                  <a:lumMod val="75000"/>
                  <a:lumOff val="25000"/>
                </a:prstClr>
              </a:solidFill>
              <a:latin typeface="Fidelity Sans" panose="020B0503030202020204" pitchFamily="34" charset="0"/>
            </a:endParaRPr>
          </a:p>
        </p:txBody>
      </p:sp>
      <p:sp>
        <p:nvSpPr>
          <p:cNvPr id="114" name="Rectangle 113">
            <a:extLst>
              <a:ext uri="{FF2B5EF4-FFF2-40B4-BE49-F238E27FC236}">
                <a16:creationId xmlns:a16="http://schemas.microsoft.com/office/drawing/2014/main" id="{9448ABD1-551B-A8D6-DC19-28A2ABAF56EB}"/>
              </a:ext>
            </a:extLst>
          </p:cNvPr>
          <p:cNvSpPr/>
          <p:nvPr/>
        </p:nvSpPr>
        <p:spPr>
          <a:xfrm>
            <a:off x="7292667" y="1937695"/>
            <a:ext cx="2068501" cy="364697"/>
          </a:xfrm>
          <a:prstGeom prst="rect">
            <a:avLst/>
          </a:prstGeom>
          <a:solidFill>
            <a:srgbClr val="005470"/>
          </a:solidFill>
        </p:spPr>
        <p:txBody>
          <a:bodyPr wrap="square" lIns="121920" tIns="60960" rIns="121920" bIns="60960" anchor="ctr">
            <a:noAutofit/>
          </a:bodyPr>
          <a:lstStyle/>
          <a:p>
            <a:pPr algn="ctr" defTabSz="1625239">
              <a:defRPr/>
            </a:pPr>
            <a:r>
              <a:rPr lang="en-US" sz="1867" b="1" spc="533">
                <a:solidFill>
                  <a:prstClr val="white"/>
                </a:solidFill>
                <a:latin typeface="Fidelity Sans" panose="020B0503030202020204" pitchFamily="34" charset="0"/>
              </a:rPr>
              <a:t>4</a:t>
            </a:r>
          </a:p>
        </p:txBody>
      </p:sp>
      <p:sp>
        <p:nvSpPr>
          <p:cNvPr id="115" name="Rectangle 114" descr="light diagonally striped rectangular shape">
            <a:extLst>
              <a:ext uri="{FF2B5EF4-FFF2-40B4-BE49-F238E27FC236}">
                <a16:creationId xmlns:a16="http://schemas.microsoft.com/office/drawing/2014/main" id="{43F2B083-9FA1-87DB-5A71-D67489B9C247}"/>
              </a:ext>
            </a:extLst>
          </p:cNvPr>
          <p:cNvSpPr/>
          <p:nvPr/>
        </p:nvSpPr>
        <p:spPr>
          <a:xfrm>
            <a:off x="7302360" y="2354999"/>
            <a:ext cx="2038599" cy="3147349"/>
          </a:xfrm>
          <a:prstGeom prst="rect">
            <a:avLst/>
          </a:prstGeom>
          <a:pattFill prst="ltUpDiag">
            <a:fgClr>
              <a:schemeClr val="bg1">
                <a:lumMod val="95000"/>
              </a:schemeClr>
            </a:fgClr>
            <a:bgClr>
              <a:schemeClr val="bg1"/>
            </a:bgClr>
          </a:patt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625239">
              <a:defRPr/>
            </a:pPr>
            <a:endParaRPr lang="en-US" sz="1867">
              <a:solidFill>
                <a:prstClr val="white"/>
              </a:solidFill>
              <a:latin typeface="Fidelity Sans" panose="020B0503030202020204" pitchFamily="34" charset="0"/>
            </a:endParaRPr>
          </a:p>
        </p:txBody>
      </p:sp>
      <p:sp>
        <p:nvSpPr>
          <p:cNvPr id="121" name="Rectangle 120">
            <a:extLst>
              <a:ext uri="{FF2B5EF4-FFF2-40B4-BE49-F238E27FC236}">
                <a16:creationId xmlns:a16="http://schemas.microsoft.com/office/drawing/2014/main" id="{618F260F-C93B-D620-E133-ACF7B4C6D373}"/>
              </a:ext>
            </a:extLst>
          </p:cNvPr>
          <p:cNvSpPr/>
          <p:nvPr/>
        </p:nvSpPr>
        <p:spPr>
          <a:xfrm>
            <a:off x="7231953" y="3595565"/>
            <a:ext cx="2187525" cy="646331"/>
          </a:xfrm>
          <a:prstGeom prst="rect">
            <a:avLst/>
          </a:prstGeom>
        </p:spPr>
        <p:txBody>
          <a:bodyPr wrap="square" lIns="91440" tIns="45720" rIns="91440" bIns="45720" anchor="t">
            <a:spAutoFit/>
          </a:bodyPr>
          <a:lstStyle/>
          <a:p>
            <a:pPr algn="ctr" defTabSz="1625239">
              <a:defRPr/>
            </a:pPr>
            <a:r>
              <a:rPr lang="en-US" i="0" u="none" strike="noStrike" kern="1200" cap="none" spc="0" baseline="0">
                <a:uFillTx/>
                <a:latin typeface="Fidelity Sans"/>
              </a:rPr>
              <a:t>Enable multi-factor authentication</a:t>
            </a:r>
            <a:endParaRPr lang="en-US">
              <a:latin typeface="Fidelity Sans"/>
            </a:endParaRPr>
          </a:p>
        </p:txBody>
      </p:sp>
      <p:sp>
        <p:nvSpPr>
          <p:cNvPr id="122" name="Rectangle 121">
            <a:extLst>
              <a:ext uri="{FF2B5EF4-FFF2-40B4-BE49-F238E27FC236}">
                <a16:creationId xmlns:a16="http://schemas.microsoft.com/office/drawing/2014/main" id="{88958D85-FA52-AA73-4FF6-FBB7A81E0B94}"/>
              </a:ext>
            </a:extLst>
          </p:cNvPr>
          <p:cNvSpPr/>
          <p:nvPr/>
        </p:nvSpPr>
        <p:spPr>
          <a:xfrm>
            <a:off x="9558268" y="1938573"/>
            <a:ext cx="2187524" cy="364697"/>
          </a:xfrm>
          <a:prstGeom prst="rect">
            <a:avLst/>
          </a:prstGeom>
          <a:solidFill>
            <a:srgbClr val="005470"/>
          </a:solidFill>
        </p:spPr>
        <p:txBody>
          <a:bodyPr wrap="square" lIns="121920" tIns="60960" rIns="121920" bIns="60960" anchor="ctr">
            <a:noAutofit/>
          </a:bodyPr>
          <a:lstStyle/>
          <a:p>
            <a:pPr algn="ctr" defTabSz="1625239">
              <a:defRPr/>
            </a:pPr>
            <a:r>
              <a:rPr lang="en-US" sz="1867" b="1" spc="533">
                <a:solidFill>
                  <a:prstClr val="white"/>
                </a:solidFill>
                <a:latin typeface="Fidelity Sans" panose="020B0503030202020204" pitchFamily="34" charset="0"/>
              </a:rPr>
              <a:t>5</a:t>
            </a:r>
          </a:p>
        </p:txBody>
      </p:sp>
      <p:sp>
        <p:nvSpPr>
          <p:cNvPr id="123" name="Rectangle 122" descr="light diagonally striped rectangular shape">
            <a:extLst>
              <a:ext uri="{FF2B5EF4-FFF2-40B4-BE49-F238E27FC236}">
                <a16:creationId xmlns:a16="http://schemas.microsoft.com/office/drawing/2014/main" id="{0E379836-16EA-F013-F3BC-B6FD26E5ACDD}"/>
              </a:ext>
            </a:extLst>
          </p:cNvPr>
          <p:cNvSpPr/>
          <p:nvPr/>
        </p:nvSpPr>
        <p:spPr>
          <a:xfrm>
            <a:off x="9558268" y="2350721"/>
            <a:ext cx="2187524" cy="3151627"/>
          </a:xfrm>
          <a:prstGeom prst="rect">
            <a:avLst/>
          </a:prstGeom>
          <a:pattFill prst="ltUpDiag">
            <a:fgClr>
              <a:schemeClr val="bg1">
                <a:lumMod val="95000"/>
              </a:schemeClr>
            </a:fgClr>
            <a:bgClr>
              <a:schemeClr val="bg1"/>
            </a:bgClr>
          </a:patt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625239">
              <a:defRPr/>
            </a:pPr>
            <a:endParaRPr lang="en-US" sz="1867">
              <a:solidFill>
                <a:prstClr val="white"/>
              </a:solidFill>
              <a:latin typeface="Fidelity Sans" panose="020B0503030202020204" pitchFamily="34" charset="0"/>
            </a:endParaRPr>
          </a:p>
        </p:txBody>
      </p:sp>
      <p:sp>
        <p:nvSpPr>
          <p:cNvPr id="129" name="Rectangle 128">
            <a:extLst>
              <a:ext uri="{FF2B5EF4-FFF2-40B4-BE49-F238E27FC236}">
                <a16:creationId xmlns:a16="http://schemas.microsoft.com/office/drawing/2014/main" id="{D32CF535-03DE-7A26-24FA-FB6EF74CEE9D}"/>
              </a:ext>
            </a:extLst>
          </p:cNvPr>
          <p:cNvSpPr/>
          <p:nvPr/>
        </p:nvSpPr>
        <p:spPr>
          <a:xfrm>
            <a:off x="9558266" y="3631850"/>
            <a:ext cx="2187525" cy="1200329"/>
          </a:xfrm>
          <a:prstGeom prst="rect">
            <a:avLst/>
          </a:prstGeom>
        </p:spPr>
        <p:txBody>
          <a:bodyPr wrap="square" lIns="91440" tIns="45720" rIns="91440" bIns="45720" anchor="t">
            <a:spAutoFit/>
          </a:bodyPr>
          <a:lstStyle/>
          <a:p>
            <a:r>
              <a:rPr lang="en-US" i="0" u="none" strike="noStrike" kern="1200" cap="none" spc="0" baseline="0">
                <a:uFillTx/>
                <a:latin typeface="Fidelity Sans"/>
              </a:rPr>
              <a:t>If the account has the ability to perform money movement - freeze the account</a:t>
            </a:r>
          </a:p>
        </p:txBody>
      </p:sp>
      <p:grpSp>
        <p:nvGrpSpPr>
          <p:cNvPr id="130" name="Group 129">
            <a:extLst>
              <a:ext uri="{FF2B5EF4-FFF2-40B4-BE49-F238E27FC236}">
                <a16:creationId xmlns:a16="http://schemas.microsoft.com/office/drawing/2014/main" id="{8921B8BD-5DDB-537F-609D-2B09C8A4D3BB}"/>
              </a:ext>
            </a:extLst>
          </p:cNvPr>
          <p:cNvGrpSpPr/>
          <p:nvPr/>
        </p:nvGrpSpPr>
        <p:grpSpPr>
          <a:xfrm>
            <a:off x="1154286" y="2615872"/>
            <a:ext cx="688768" cy="675060"/>
            <a:chOff x="736600" y="4397375"/>
            <a:chExt cx="401638" cy="574675"/>
          </a:xfrm>
          <a:solidFill>
            <a:srgbClr val="005470"/>
          </a:solidFill>
        </p:grpSpPr>
        <p:sp>
          <p:nvSpPr>
            <p:cNvPr id="131" name="Freeform 18">
              <a:extLst>
                <a:ext uri="{FF2B5EF4-FFF2-40B4-BE49-F238E27FC236}">
                  <a16:creationId xmlns:a16="http://schemas.microsoft.com/office/drawing/2014/main" id="{88454DA5-CA5C-6406-94FD-3EA8608B5982}"/>
                </a:ext>
              </a:extLst>
            </p:cNvPr>
            <p:cNvSpPr>
              <a:spLocks/>
            </p:cNvSpPr>
            <p:nvPr/>
          </p:nvSpPr>
          <p:spPr bwMode="auto">
            <a:xfrm>
              <a:off x="919163" y="4741863"/>
              <a:ext cx="38100" cy="111125"/>
            </a:xfrm>
            <a:custGeom>
              <a:avLst/>
              <a:gdLst>
                <a:gd name="T0" fmla="*/ 4 w 16"/>
                <a:gd name="T1" fmla="*/ 15 h 46"/>
                <a:gd name="T2" fmla="*/ 4 w 16"/>
                <a:gd name="T3" fmla="*/ 42 h 46"/>
                <a:gd name="T4" fmla="*/ 8 w 16"/>
                <a:gd name="T5" fmla="*/ 46 h 46"/>
                <a:gd name="T6" fmla="*/ 12 w 16"/>
                <a:gd name="T7" fmla="*/ 42 h 46"/>
                <a:gd name="T8" fmla="*/ 12 w 16"/>
                <a:gd name="T9" fmla="*/ 15 h 46"/>
                <a:gd name="T10" fmla="*/ 16 w 16"/>
                <a:gd name="T11" fmla="*/ 8 h 46"/>
                <a:gd name="T12" fmla="*/ 8 w 16"/>
                <a:gd name="T13" fmla="*/ 0 h 46"/>
                <a:gd name="T14" fmla="*/ 0 w 16"/>
                <a:gd name="T15" fmla="*/ 8 h 46"/>
                <a:gd name="T16" fmla="*/ 4 w 16"/>
                <a:gd name="T17" fmla="*/ 1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46">
                  <a:moveTo>
                    <a:pt x="4" y="15"/>
                  </a:moveTo>
                  <a:cubicBezTo>
                    <a:pt x="4" y="42"/>
                    <a:pt x="4" y="42"/>
                    <a:pt x="4" y="42"/>
                  </a:cubicBezTo>
                  <a:cubicBezTo>
                    <a:pt x="4" y="44"/>
                    <a:pt x="6" y="46"/>
                    <a:pt x="8" y="46"/>
                  </a:cubicBezTo>
                  <a:cubicBezTo>
                    <a:pt x="10" y="46"/>
                    <a:pt x="12" y="44"/>
                    <a:pt x="12" y="42"/>
                  </a:cubicBezTo>
                  <a:cubicBezTo>
                    <a:pt x="12" y="15"/>
                    <a:pt x="12" y="15"/>
                    <a:pt x="12" y="15"/>
                  </a:cubicBezTo>
                  <a:cubicBezTo>
                    <a:pt x="14" y="13"/>
                    <a:pt x="16" y="11"/>
                    <a:pt x="16" y="8"/>
                  </a:cubicBezTo>
                  <a:cubicBezTo>
                    <a:pt x="16" y="4"/>
                    <a:pt x="12" y="0"/>
                    <a:pt x="8" y="0"/>
                  </a:cubicBezTo>
                  <a:cubicBezTo>
                    <a:pt x="4" y="0"/>
                    <a:pt x="0" y="4"/>
                    <a:pt x="0" y="8"/>
                  </a:cubicBezTo>
                  <a:cubicBezTo>
                    <a:pt x="0" y="11"/>
                    <a:pt x="2" y="13"/>
                    <a:pt x="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2" name="Freeform 19">
              <a:extLst>
                <a:ext uri="{FF2B5EF4-FFF2-40B4-BE49-F238E27FC236}">
                  <a16:creationId xmlns:a16="http://schemas.microsoft.com/office/drawing/2014/main" id="{4EDF010D-EE44-E6AA-556B-650F946C529C}"/>
                </a:ext>
              </a:extLst>
            </p:cNvPr>
            <p:cNvSpPr>
              <a:spLocks noEditPoints="1"/>
            </p:cNvSpPr>
            <p:nvPr/>
          </p:nvSpPr>
          <p:spPr bwMode="auto">
            <a:xfrm>
              <a:off x="736600" y="4397375"/>
              <a:ext cx="401638" cy="574675"/>
            </a:xfrm>
            <a:custGeom>
              <a:avLst/>
              <a:gdLst>
                <a:gd name="T0" fmla="*/ 144 w 168"/>
                <a:gd name="T1" fmla="*/ 96 h 240"/>
                <a:gd name="T2" fmla="*/ 144 w 168"/>
                <a:gd name="T3" fmla="*/ 64 h 240"/>
                <a:gd name="T4" fmla="*/ 84 w 168"/>
                <a:gd name="T5" fmla="*/ 0 h 240"/>
                <a:gd name="T6" fmla="*/ 24 w 168"/>
                <a:gd name="T7" fmla="*/ 64 h 240"/>
                <a:gd name="T8" fmla="*/ 24 w 168"/>
                <a:gd name="T9" fmla="*/ 96 h 240"/>
                <a:gd name="T10" fmla="*/ 0 w 168"/>
                <a:gd name="T11" fmla="*/ 96 h 240"/>
                <a:gd name="T12" fmla="*/ 0 w 168"/>
                <a:gd name="T13" fmla="*/ 240 h 240"/>
                <a:gd name="T14" fmla="*/ 168 w 168"/>
                <a:gd name="T15" fmla="*/ 240 h 240"/>
                <a:gd name="T16" fmla="*/ 168 w 168"/>
                <a:gd name="T17" fmla="*/ 96 h 240"/>
                <a:gd name="T18" fmla="*/ 144 w 168"/>
                <a:gd name="T19" fmla="*/ 96 h 240"/>
                <a:gd name="T20" fmla="*/ 32 w 168"/>
                <a:gd name="T21" fmla="*/ 64 h 240"/>
                <a:gd name="T22" fmla="*/ 84 w 168"/>
                <a:gd name="T23" fmla="*/ 8 h 240"/>
                <a:gd name="T24" fmla="*/ 136 w 168"/>
                <a:gd name="T25" fmla="*/ 64 h 240"/>
                <a:gd name="T26" fmla="*/ 136 w 168"/>
                <a:gd name="T27" fmla="*/ 96 h 240"/>
                <a:gd name="T28" fmla="*/ 32 w 168"/>
                <a:gd name="T29" fmla="*/ 96 h 240"/>
                <a:gd name="T30" fmla="*/ 32 w 168"/>
                <a:gd name="T31" fmla="*/ 64 h 240"/>
                <a:gd name="T32" fmla="*/ 160 w 168"/>
                <a:gd name="T33" fmla="*/ 232 h 240"/>
                <a:gd name="T34" fmla="*/ 8 w 168"/>
                <a:gd name="T35" fmla="*/ 232 h 240"/>
                <a:gd name="T36" fmla="*/ 8 w 168"/>
                <a:gd name="T37" fmla="*/ 104 h 240"/>
                <a:gd name="T38" fmla="*/ 160 w 168"/>
                <a:gd name="T39" fmla="*/ 104 h 240"/>
                <a:gd name="T40" fmla="*/ 160 w 168"/>
                <a:gd name="T41" fmla="*/ 232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68" h="240">
                  <a:moveTo>
                    <a:pt x="144" y="96"/>
                  </a:moveTo>
                  <a:cubicBezTo>
                    <a:pt x="144" y="64"/>
                    <a:pt x="144" y="64"/>
                    <a:pt x="144" y="64"/>
                  </a:cubicBezTo>
                  <a:cubicBezTo>
                    <a:pt x="144" y="33"/>
                    <a:pt x="120" y="0"/>
                    <a:pt x="84" y="0"/>
                  </a:cubicBezTo>
                  <a:cubicBezTo>
                    <a:pt x="48" y="0"/>
                    <a:pt x="24" y="33"/>
                    <a:pt x="24" y="64"/>
                  </a:cubicBezTo>
                  <a:cubicBezTo>
                    <a:pt x="24" y="96"/>
                    <a:pt x="24" y="96"/>
                    <a:pt x="24" y="96"/>
                  </a:cubicBezTo>
                  <a:cubicBezTo>
                    <a:pt x="0" y="96"/>
                    <a:pt x="0" y="96"/>
                    <a:pt x="0" y="96"/>
                  </a:cubicBezTo>
                  <a:cubicBezTo>
                    <a:pt x="0" y="240"/>
                    <a:pt x="0" y="240"/>
                    <a:pt x="0" y="240"/>
                  </a:cubicBezTo>
                  <a:cubicBezTo>
                    <a:pt x="168" y="240"/>
                    <a:pt x="168" y="240"/>
                    <a:pt x="168" y="240"/>
                  </a:cubicBezTo>
                  <a:cubicBezTo>
                    <a:pt x="168" y="96"/>
                    <a:pt x="168" y="96"/>
                    <a:pt x="168" y="96"/>
                  </a:cubicBezTo>
                  <a:lnTo>
                    <a:pt x="144" y="96"/>
                  </a:lnTo>
                  <a:close/>
                  <a:moveTo>
                    <a:pt x="32" y="64"/>
                  </a:moveTo>
                  <a:cubicBezTo>
                    <a:pt x="32" y="37"/>
                    <a:pt x="53" y="8"/>
                    <a:pt x="84" y="8"/>
                  </a:cubicBezTo>
                  <a:cubicBezTo>
                    <a:pt x="115" y="8"/>
                    <a:pt x="136" y="37"/>
                    <a:pt x="136" y="64"/>
                  </a:cubicBezTo>
                  <a:cubicBezTo>
                    <a:pt x="136" y="96"/>
                    <a:pt x="136" y="96"/>
                    <a:pt x="136" y="96"/>
                  </a:cubicBezTo>
                  <a:cubicBezTo>
                    <a:pt x="32" y="96"/>
                    <a:pt x="32" y="96"/>
                    <a:pt x="32" y="96"/>
                  </a:cubicBezTo>
                  <a:lnTo>
                    <a:pt x="32" y="64"/>
                  </a:lnTo>
                  <a:close/>
                  <a:moveTo>
                    <a:pt x="160" y="232"/>
                  </a:moveTo>
                  <a:cubicBezTo>
                    <a:pt x="8" y="232"/>
                    <a:pt x="8" y="232"/>
                    <a:pt x="8" y="232"/>
                  </a:cubicBezTo>
                  <a:cubicBezTo>
                    <a:pt x="8" y="104"/>
                    <a:pt x="8" y="104"/>
                    <a:pt x="8" y="104"/>
                  </a:cubicBezTo>
                  <a:cubicBezTo>
                    <a:pt x="160" y="104"/>
                    <a:pt x="160" y="104"/>
                    <a:pt x="160" y="104"/>
                  </a:cubicBezTo>
                  <a:lnTo>
                    <a:pt x="160" y="2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33" name="Group 132">
            <a:extLst>
              <a:ext uri="{FF2B5EF4-FFF2-40B4-BE49-F238E27FC236}">
                <a16:creationId xmlns:a16="http://schemas.microsoft.com/office/drawing/2014/main" id="{1242CC06-36FF-D4B7-FC2A-3EB2DD6DB2BF}"/>
              </a:ext>
            </a:extLst>
          </p:cNvPr>
          <p:cNvGrpSpPr/>
          <p:nvPr/>
        </p:nvGrpSpPr>
        <p:grpSpPr>
          <a:xfrm>
            <a:off x="3438316" y="2669158"/>
            <a:ext cx="835800" cy="790880"/>
            <a:chOff x="8694738" y="3122613"/>
            <a:chExt cx="577850" cy="577850"/>
          </a:xfrm>
          <a:solidFill>
            <a:srgbClr val="005470"/>
          </a:solidFill>
        </p:grpSpPr>
        <p:sp>
          <p:nvSpPr>
            <p:cNvPr id="134" name="Freeform 104">
              <a:extLst>
                <a:ext uri="{FF2B5EF4-FFF2-40B4-BE49-F238E27FC236}">
                  <a16:creationId xmlns:a16="http://schemas.microsoft.com/office/drawing/2014/main" id="{24B36BBD-DE6A-F085-1F63-B8B0E75B80F9}"/>
                </a:ext>
              </a:extLst>
            </p:cNvPr>
            <p:cNvSpPr>
              <a:spLocks noEditPoints="1"/>
            </p:cNvSpPr>
            <p:nvPr/>
          </p:nvSpPr>
          <p:spPr bwMode="auto">
            <a:xfrm>
              <a:off x="8694738" y="3122613"/>
              <a:ext cx="500063" cy="442913"/>
            </a:xfrm>
            <a:custGeom>
              <a:avLst/>
              <a:gdLst>
                <a:gd name="T0" fmla="*/ 90 w 208"/>
                <a:gd name="T1" fmla="*/ 176 h 184"/>
                <a:gd name="T2" fmla="*/ 35 w 208"/>
                <a:gd name="T3" fmla="*/ 176 h 184"/>
                <a:gd name="T4" fmla="*/ 40 w 208"/>
                <a:gd name="T5" fmla="*/ 164 h 184"/>
                <a:gd name="T6" fmla="*/ 40 w 208"/>
                <a:gd name="T7" fmla="*/ 56 h 184"/>
                <a:gd name="T8" fmla="*/ 200 w 208"/>
                <a:gd name="T9" fmla="*/ 56 h 184"/>
                <a:gd name="T10" fmla="*/ 200 w 208"/>
                <a:gd name="T11" fmla="*/ 90 h 184"/>
                <a:gd name="T12" fmla="*/ 204 w 208"/>
                <a:gd name="T13" fmla="*/ 94 h 184"/>
                <a:gd name="T14" fmla="*/ 208 w 208"/>
                <a:gd name="T15" fmla="*/ 90 h 184"/>
                <a:gd name="T16" fmla="*/ 208 w 208"/>
                <a:gd name="T17" fmla="*/ 52 h 184"/>
                <a:gd name="T18" fmla="*/ 204 w 208"/>
                <a:gd name="T19" fmla="*/ 48 h 184"/>
                <a:gd name="T20" fmla="*/ 192 w 208"/>
                <a:gd name="T21" fmla="*/ 48 h 184"/>
                <a:gd name="T22" fmla="*/ 192 w 208"/>
                <a:gd name="T23" fmla="*/ 28 h 184"/>
                <a:gd name="T24" fmla="*/ 188 w 208"/>
                <a:gd name="T25" fmla="*/ 24 h 184"/>
                <a:gd name="T26" fmla="*/ 56 w 208"/>
                <a:gd name="T27" fmla="*/ 24 h 184"/>
                <a:gd name="T28" fmla="*/ 56 w 208"/>
                <a:gd name="T29" fmla="*/ 4 h 184"/>
                <a:gd name="T30" fmla="*/ 52 w 208"/>
                <a:gd name="T31" fmla="*/ 0 h 184"/>
                <a:gd name="T32" fmla="*/ 4 w 208"/>
                <a:gd name="T33" fmla="*/ 0 h 184"/>
                <a:gd name="T34" fmla="*/ 0 w 208"/>
                <a:gd name="T35" fmla="*/ 4 h 184"/>
                <a:gd name="T36" fmla="*/ 0 w 208"/>
                <a:gd name="T37" fmla="*/ 164 h 184"/>
                <a:gd name="T38" fmla="*/ 20 w 208"/>
                <a:gd name="T39" fmla="*/ 184 h 184"/>
                <a:gd name="T40" fmla="*/ 90 w 208"/>
                <a:gd name="T41" fmla="*/ 184 h 184"/>
                <a:gd name="T42" fmla="*/ 94 w 208"/>
                <a:gd name="T43" fmla="*/ 180 h 184"/>
                <a:gd name="T44" fmla="*/ 90 w 208"/>
                <a:gd name="T45" fmla="*/ 176 h 184"/>
                <a:gd name="T46" fmla="*/ 8 w 208"/>
                <a:gd name="T47" fmla="*/ 164 h 184"/>
                <a:gd name="T48" fmla="*/ 8 w 208"/>
                <a:gd name="T49" fmla="*/ 8 h 184"/>
                <a:gd name="T50" fmla="*/ 48 w 208"/>
                <a:gd name="T51" fmla="*/ 8 h 184"/>
                <a:gd name="T52" fmla="*/ 48 w 208"/>
                <a:gd name="T53" fmla="*/ 28 h 184"/>
                <a:gd name="T54" fmla="*/ 52 w 208"/>
                <a:gd name="T55" fmla="*/ 32 h 184"/>
                <a:gd name="T56" fmla="*/ 184 w 208"/>
                <a:gd name="T57" fmla="*/ 32 h 184"/>
                <a:gd name="T58" fmla="*/ 184 w 208"/>
                <a:gd name="T59" fmla="*/ 48 h 184"/>
                <a:gd name="T60" fmla="*/ 36 w 208"/>
                <a:gd name="T61" fmla="*/ 48 h 184"/>
                <a:gd name="T62" fmla="*/ 32 w 208"/>
                <a:gd name="T63" fmla="*/ 52 h 184"/>
                <a:gd name="T64" fmla="*/ 32 w 208"/>
                <a:gd name="T65" fmla="*/ 164 h 184"/>
                <a:gd name="T66" fmla="*/ 20 w 208"/>
                <a:gd name="T67" fmla="*/ 176 h 184"/>
                <a:gd name="T68" fmla="*/ 8 w 208"/>
                <a:gd name="T69" fmla="*/ 164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08" h="184">
                  <a:moveTo>
                    <a:pt x="90" y="176"/>
                  </a:moveTo>
                  <a:cubicBezTo>
                    <a:pt x="35" y="176"/>
                    <a:pt x="35" y="176"/>
                    <a:pt x="35" y="176"/>
                  </a:cubicBezTo>
                  <a:cubicBezTo>
                    <a:pt x="38" y="173"/>
                    <a:pt x="40" y="168"/>
                    <a:pt x="40" y="164"/>
                  </a:cubicBezTo>
                  <a:cubicBezTo>
                    <a:pt x="40" y="56"/>
                    <a:pt x="40" y="56"/>
                    <a:pt x="40" y="56"/>
                  </a:cubicBezTo>
                  <a:cubicBezTo>
                    <a:pt x="200" y="56"/>
                    <a:pt x="200" y="56"/>
                    <a:pt x="200" y="56"/>
                  </a:cubicBezTo>
                  <a:cubicBezTo>
                    <a:pt x="200" y="90"/>
                    <a:pt x="200" y="90"/>
                    <a:pt x="200" y="90"/>
                  </a:cubicBezTo>
                  <a:cubicBezTo>
                    <a:pt x="200" y="92"/>
                    <a:pt x="202" y="94"/>
                    <a:pt x="204" y="94"/>
                  </a:cubicBezTo>
                  <a:cubicBezTo>
                    <a:pt x="206" y="94"/>
                    <a:pt x="208" y="92"/>
                    <a:pt x="208" y="90"/>
                  </a:cubicBezTo>
                  <a:cubicBezTo>
                    <a:pt x="208" y="52"/>
                    <a:pt x="208" y="52"/>
                    <a:pt x="208" y="52"/>
                  </a:cubicBezTo>
                  <a:cubicBezTo>
                    <a:pt x="208" y="50"/>
                    <a:pt x="206" y="48"/>
                    <a:pt x="204" y="48"/>
                  </a:cubicBezTo>
                  <a:cubicBezTo>
                    <a:pt x="192" y="48"/>
                    <a:pt x="192" y="48"/>
                    <a:pt x="192" y="48"/>
                  </a:cubicBezTo>
                  <a:cubicBezTo>
                    <a:pt x="192" y="28"/>
                    <a:pt x="192" y="28"/>
                    <a:pt x="192" y="28"/>
                  </a:cubicBezTo>
                  <a:cubicBezTo>
                    <a:pt x="192" y="26"/>
                    <a:pt x="190" y="24"/>
                    <a:pt x="188" y="24"/>
                  </a:cubicBezTo>
                  <a:cubicBezTo>
                    <a:pt x="56" y="24"/>
                    <a:pt x="56" y="24"/>
                    <a:pt x="56" y="24"/>
                  </a:cubicBezTo>
                  <a:cubicBezTo>
                    <a:pt x="56" y="4"/>
                    <a:pt x="56" y="4"/>
                    <a:pt x="56" y="4"/>
                  </a:cubicBezTo>
                  <a:cubicBezTo>
                    <a:pt x="56" y="2"/>
                    <a:pt x="54" y="0"/>
                    <a:pt x="52" y="0"/>
                  </a:cubicBezTo>
                  <a:cubicBezTo>
                    <a:pt x="4" y="0"/>
                    <a:pt x="4" y="0"/>
                    <a:pt x="4" y="0"/>
                  </a:cubicBezTo>
                  <a:cubicBezTo>
                    <a:pt x="2" y="0"/>
                    <a:pt x="0" y="2"/>
                    <a:pt x="0" y="4"/>
                  </a:cubicBezTo>
                  <a:cubicBezTo>
                    <a:pt x="0" y="164"/>
                    <a:pt x="0" y="164"/>
                    <a:pt x="0" y="164"/>
                  </a:cubicBezTo>
                  <a:cubicBezTo>
                    <a:pt x="0" y="175"/>
                    <a:pt x="9" y="184"/>
                    <a:pt x="20" y="184"/>
                  </a:cubicBezTo>
                  <a:cubicBezTo>
                    <a:pt x="90" y="184"/>
                    <a:pt x="90" y="184"/>
                    <a:pt x="90" y="184"/>
                  </a:cubicBezTo>
                  <a:cubicBezTo>
                    <a:pt x="92" y="184"/>
                    <a:pt x="94" y="182"/>
                    <a:pt x="94" y="180"/>
                  </a:cubicBezTo>
                  <a:cubicBezTo>
                    <a:pt x="94" y="178"/>
                    <a:pt x="92" y="176"/>
                    <a:pt x="90" y="176"/>
                  </a:cubicBezTo>
                  <a:close/>
                  <a:moveTo>
                    <a:pt x="8" y="164"/>
                  </a:moveTo>
                  <a:cubicBezTo>
                    <a:pt x="8" y="8"/>
                    <a:pt x="8" y="8"/>
                    <a:pt x="8" y="8"/>
                  </a:cubicBezTo>
                  <a:cubicBezTo>
                    <a:pt x="48" y="8"/>
                    <a:pt x="48" y="8"/>
                    <a:pt x="48" y="8"/>
                  </a:cubicBezTo>
                  <a:cubicBezTo>
                    <a:pt x="48" y="28"/>
                    <a:pt x="48" y="28"/>
                    <a:pt x="48" y="28"/>
                  </a:cubicBezTo>
                  <a:cubicBezTo>
                    <a:pt x="48" y="30"/>
                    <a:pt x="50" y="32"/>
                    <a:pt x="52" y="32"/>
                  </a:cubicBezTo>
                  <a:cubicBezTo>
                    <a:pt x="184" y="32"/>
                    <a:pt x="184" y="32"/>
                    <a:pt x="184" y="32"/>
                  </a:cubicBezTo>
                  <a:cubicBezTo>
                    <a:pt x="184" y="48"/>
                    <a:pt x="184" y="48"/>
                    <a:pt x="184" y="48"/>
                  </a:cubicBezTo>
                  <a:cubicBezTo>
                    <a:pt x="36" y="48"/>
                    <a:pt x="36" y="48"/>
                    <a:pt x="36" y="48"/>
                  </a:cubicBezTo>
                  <a:cubicBezTo>
                    <a:pt x="34" y="48"/>
                    <a:pt x="32" y="50"/>
                    <a:pt x="32" y="52"/>
                  </a:cubicBezTo>
                  <a:cubicBezTo>
                    <a:pt x="32" y="164"/>
                    <a:pt x="32" y="164"/>
                    <a:pt x="32" y="164"/>
                  </a:cubicBezTo>
                  <a:cubicBezTo>
                    <a:pt x="32" y="169"/>
                    <a:pt x="26" y="176"/>
                    <a:pt x="20" y="176"/>
                  </a:cubicBezTo>
                  <a:cubicBezTo>
                    <a:pt x="14" y="176"/>
                    <a:pt x="8" y="170"/>
                    <a:pt x="8"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5" name="Freeform 105">
              <a:extLst>
                <a:ext uri="{FF2B5EF4-FFF2-40B4-BE49-F238E27FC236}">
                  <a16:creationId xmlns:a16="http://schemas.microsoft.com/office/drawing/2014/main" id="{C1223835-D914-107A-4870-E360777BA747}"/>
                </a:ext>
              </a:extLst>
            </p:cNvPr>
            <p:cNvSpPr>
              <a:spLocks noEditPoints="1"/>
            </p:cNvSpPr>
            <p:nvPr/>
          </p:nvSpPr>
          <p:spPr bwMode="auto">
            <a:xfrm>
              <a:off x="8985250" y="3414713"/>
              <a:ext cx="287338" cy="285750"/>
            </a:xfrm>
            <a:custGeom>
              <a:avLst/>
              <a:gdLst>
                <a:gd name="T0" fmla="*/ 118 w 119"/>
                <a:gd name="T1" fmla="*/ 26 h 119"/>
                <a:gd name="T2" fmla="*/ 93 w 119"/>
                <a:gd name="T3" fmla="*/ 1 h 119"/>
                <a:gd name="T4" fmla="*/ 87 w 119"/>
                <a:gd name="T5" fmla="*/ 1 h 119"/>
                <a:gd name="T6" fmla="*/ 11 w 119"/>
                <a:gd name="T7" fmla="*/ 77 h 119"/>
                <a:gd name="T8" fmla="*/ 11 w 119"/>
                <a:gd name="T9" fmla="*/ 78 h 119"/>
                <a:gd name="T10" fmla="*/ 10 w 119"/>
                <a:gd name="T11" fmla="*/ 78 h 119"/>
                <a:gd name="T12" fmla="*/ 10 w 119"/>
                <a:gd name="T13" fmla="*/ 79 h 119"/>
                <a:gd name="T14" fmla="*/ 0 w 119"/>
                <a:gd name="T15" fmla="*/ 114 h 119"/>
                <a:gd name="T16" fmla="*/ 1 w 119"/>
                <a:gd name="T17" fmla="*/ 118 h 119"/>
                <a:gd name="T18" fmla="*/ 4 w 119"/>
                <a:gd name="T19" fmla="*/ 119 h 119"/>
                <a:gd name="T20" fmla="*/ 5 w 119"/>
                <a:gd name="T21" fmla="*/ 119 h 119"/>
                <a:gd name="T22" fmla="*/ 40 w 119"/>
                <a:gd name="T23" fmla="*/ 109 h 119"/>
                <a:gd name="T24" fmla="*/ 41 w 119"/>
                <a:gd name="T25" fmla="*/ 109 h 119"/>
                <a:gd name="T26" fmla="*/ 41 w 119"/>
                <a:gd name="T27" fmla="*/ 109 h 119"/>
                <a:gd name="T28" fmla="*/ 42 w 119"/>
                <a:gd name="T29" fmla="*/ 108 h 119"/>
                <a:gd name="T30" fmla="*/ 118 w 119"/>
                <a:gd name="T31" fmla="*/ 32 h 119"/>
                <a:gd name="T32" fmla="*/ 118 w 119"/>
                <a:gd name="T33" fmla="*/ 26 h 119"/>
                <a:gd name="T34" fmla="*/ 39 w 119"/>
                <a:gd name="T35" fmla="*/ 99 h 119"/>
                <a:gd name="T36" fmla="*/ 20 w 119"/>
                <a:gd name="T37" fmla="*/ 80 h 119"/>
                <a:gd name="T38" fmla="*/ 70 w 119"/>
                <a:gd name="T39" fmla="*/ 30 h 119"/>
                <a:gd name="T40" fmla="*/ 89 w 119"/>
                <a:gd name="T41" fmla="*/ 49 h 119"/>
                <a:gd name="T42" fmla="*/ 39 w 119"/>
                <a:gd name="T43" fmla="*/ 99 h 119"/>
                <a:gd name="T44" fmla="*/ 16 w 119"/>
                <a:gd name="T45" fmla="*/ 87 h 119"/>
                <a:gd name="T46" fmla="*/ 32 w 119"/>
                <a:gd name="T47" fmla="*/ 103 h 119"/>
                <a:gd name="T48" fmla="*/ 10 w 119"/>
                <a:gd name="T49" fmla="*/ 109 h 119"/>
                <a:gd name="T50" fmla="*/ 16 w 119"/>
                <a:gd name="T51" fmla="*/ 87 h 119"/>
                <a:gd name="T52" fmla="*/ 95 w 119"/>
                <a:gd name="T53" fmla="*/ 44 h 119"/>
                <a:gd name="T54" fmla="*/ 75 w 119"/>
                <a:gd name="T55" fmla="*/ 24 h 119"/>
                <a:gd name="T56" fmla="*/ 90 w 119"/>
                <a:gd name="T57" fmla="*/ 10 h 119"/>
                <a:gd name="T58" fmla="*/ 109 w 119"/>
                <a:gd name="T59" fmla="*/ 29 h 119"/>
                <a:gd name="T60" fmla="*/ 95 w 119"/>
                <a:gd name="T61" fmla="*/ 44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9" h="119">
                  <a:moveTo>
                    <a:pt x="118" y="26"/>
                  </a:moveTo>
                  <a:cubicBezTo>
                    <a:pt x="93" y="1"/>
                    <a:pt x="93" y="1"/>
                    <a:pt x="93" y="1"/>
                  </a:cubicBezTo>
                  <a:cubicBezTo>
                    <a:pt x="91" y="0"/>
                    <a:pt x="88" y="0"/>
                    <a:pt x="87" y="1"/>
                  </a:cubicBezTo>
                  <a:cubicBezTo>
                    <a:pt x="11" y="77"/>
                    <a:pt x="11" y="77"/>
                    <a:pt x="11" y="77"/>
                  </a:cubicBezTo>
                  <a:cubicBezTo>
                    <a:pt x="11" y="77"/>
                    <a:pt x="11" y="78"/>
                    <a:pt x="11" y="78"/>
                  </a:cubicBezTo>
                  <a:cubicBezTo>
                    <a:pt x="10" y="78"/>
                    <a:pt x="10" y="78"/>
                    <a:pt x="10" y="78"/>
                  </a:cubicBezTo>
                  <a:cubicBezTo>
                    <a:pt x="10" y="78"/>
                    <a:pt x="10" y="79"/>
                    <a:pt x="10" y="79"/>
                  </a:cubicBezTo>
                  <a:cubicBezTo>
                    <a:pt x="0" y="114"/>
                    <a:pt x="0" y="114"/>
                    <a:pt x="0" y="114"/>
                  </a:cubicBezTo>
                  <a:cubicBezTo>
                    <a:pt x="0" y="115"/>
                    <a:pt x="0" y="117"/>
                    <a:pt x="1" y="118"/>
                  </a:cubicBezTo>
                  <a:cubicBezTo>
                    <a:pt x="2" y="119"/>
                    <a:pt x="3" y="119"/>
                    <a:pt x="4" y="119"/>
                  </a:cubicBezTo>
                  <a:cubicBezTo>
                    <a:pt x="4" y="119"/>
                    <a:pt x="5" y="119"/>
                    <a:pt x="5" y="119"/>
                  </a:cubicBezTo>
                  <a:cubicBezTo>
                    <a:pt x="40" y="109"/>
                    <a:pt x="40" y="109"/>
                    <a:pt x="40" y="109"/>
                  </a:cubicBezTo>
                  <a:cubicBezTo>
                    <a:pt x="41" y="109"/>
                    <a:pt x="41" y="109"/>
                    <a:pt x="41" y="109"/>
                  </a:cubicBezTo>
                  <a:cubicBezTo>
                    <a:pt x="41" y="109"/>
                    <a:pt x="41" y="109"/>
                    <a:pt x="41" y="109"/>
                  </a:cubicBezTo>
                  <a:cubicBezTo>
                    <a:pt x="41" y="108"/>
                    <a:pt x="42" y="108"/>
                    <a:pt x="42" y="108"/>
                  </a:cubicBezTo>
                  <a:cubicBezTo>
                    <a:pt x="118" y="32"/>
                    <a:pt x="118" y="32"/>
                    <a:pt x="118" y="32"/>
                  </a:cubicBezTo>
                  <a:cubicBezTo>
                    <a:pt x="119" y="31"/>
                    <a:pt x="119" y="28"/>
                    <a:pt x="118" y="26"/>
                  </a:cubicBezTo>
                  <a:close/>
                  <a:moveTo>
                    <a:pt x="39" y="99"/>
                  </a:moveTo>
                  <a:cubicBezTo>
                    <a:pt x="20" y="80"/>
                    <a:pt x="20" y="80"/>
                    <a:pt x="20" y="80"/>
                  </a:cubicBezTo>
                  <a:cubicBezTo>
                    <a:pt x="70" y="30"/>
                    <a:pt x="70" y="30"/>
                    <a:pt x="70" y="30"/>
                  </a:cubicBezTo>
                  <a:cubicBezTo>
                    <a:pt x="89" y="49"/>
                    <a:pt x="89" y="49"/>
                    <a:pt x="89" y="49"/>
                  </a:cubicBezTo>
                  <a:lnTo>
                    <a:pt x="39" y="99"/>
                  </a:lnTo>
                  <a:close/>
                  <a:moveTo>
                    <a:pt x="16" y="87"/>
                  </a:moveTo>
                  <a:cubicBezTo>
                    <a:pt x="32" y="103"/>
                    <a:pt x="32" y="103"/>
                    <a:pt x="32" y="103"/>
                  </a:cubicBezTo>
                  <a:cubicBezTo>
                    <a:pt x="10" y="109"/>
                    <a:pt x="10" y="109"/>
                    <a:pt x="10" y="109"/>
                  </a:cubicBezTo>
                  <a:lnTo>
                    <a:pt x="16" y="87"/>
                  </a:lnTo>
                  <a:close/>
                  <a:moveTo>
                    <a:pt x="95" y="44"/>
                  </a:moveTo>
                  <a:cubicBezTo>
                    <a:pt x="75" y="24"/>
                    <a:pt x="75" y="24"/>
                    <a:pt x="75" y="24"/>
                  </a:cubicBezTo>
                  <a:cubicBezTo>
                    <a:pt x="90" y="10"/>
                    <a:pt x="90" y="10"/>
                    <a:pt x="90" y="10"/>
                  </a:cubicBezTo>
                  <a:cubicBezTo>
                    <a:pt x="109" y="29"/>
                    <a:pt x="109" y="29"/>
                    <a:pt x="109" y="29"/>
                  </a:cubicBezTo>
                  <a:lnTo>
                    <a:pt x="95" y="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36" name="Group 135">
            <a:extLst>
              <a:ext uri="{FF2B5EF4-FFF2-40B4-BE49-F238E27FC236}">
                <a16:creationId xmlns:a16="http://schemas.microsoft.com/office/drawing/2014/main" id="{1A5DE23E-6404-0CB2-82DB-27C9803030AC}"/>
              </a:ext>
            </a:extLst>
          </p:cNvPr>
          <p:cNvGrpSpPr/>
          <p:nvPr/>
        </p:nvGrpSpPr>
        <p:grpSpPr>
          <a:xfrm>
            <a:off x="10321147" y="2584647"/>
            <a:ext cx="602571" cy="735855"/>
            <a:chOff x="1841500" y="5368926"/>
            <a:chExt cx="404813" cy="581026"/>
          </a:xfrm>
          <a:solidFill>
            <a:srgbClr val="005470"/>
          </a:solidFill>
        </p:grpSpPr>
        <p:sp>
          <p:nvSpPr>
            <p:cNvPr id="137" name="Freeform 157">
              <a:extLst>
                <a:ext uri="{FF2B5EF4-FFF2-40B4-BE49-F238E27FC236}">
                  <a16:creationId xmlns:a16="http://schemas.microsoft.com/office/drawing/2014/main" id="{BD83B3FD-F980-13D3-AFE0-F6F5C5BEBBD8}"/>
                </a:ext>
              </a:extLst>
            </p:cNvPr>
            <p:cNvSpPr>
              <a:spLocks noEditPoints="1"/>
            </p:cNvSpPr>
            <p:nvPr/>
          </p:nvSpPr>
          <p:spPr bwMode="auto">
            <a:xfrm>
              <a:off x="1841500" y="5583239"/>
              <a:ext cx="404813" cy="366713"/>
            </a:xfrm>
            <a:custGeom>
              <a:avLst/>
              <a:gdLst>
                <a:gd name="T0" fmla="*/ 114 w 168"/>
                <a:gd name="T1" fmla="*/ 1 h 152"/>
                <a:gd name="T2" fmla="*/ 112 w 168"/>
                <a:gd name="T3" fmla="*/ 0 h 152"/>
                <a:gd name="T4" fmla="*/ 56 w 168"/>
                <a:gd name="T5" fmla="*/ 0 h 152"/>
                <a:gd name="T6" fmla="*/ 54 w 168"/>
                <a:gd name="T7" fmla="*/ 1 h 152"/>
                <a:gd name="T8" fmla="*/ 0 w 168"/>
                <a:gd name="T9" fmla="*/ 88 h 152"/>
                <a:gd name="T10" fmla="*/ 84 w 168"/>
                <a:gd name="T11" fmla="*/ 152 h 152"/>
                <a:gd name="T12" fmla="*/ 168 w 168"/>
                <a:gd name="T13" fmla="*/ 88 h 152"/>
                <a:gd name="T14" fmla="*/ 114 w 168"/>
                <a:gd name="T15" fmla="*/ 1 h 152"/>
                <a:gd name="T16" fmla="*/ 84 w 168"/>
                <a:gd name="T17" fmla="*/ 144 h 152"/>
                <a:gd name="T18" fmla="*/ 8 w 168"/>
                <a:gd name="T19" fmla="*/ 88 h 152"/>
                <a:gd name="T20" fmla="*/ 57 w 168"/>
                <a:gd name="T21" fmla="*/ 8 h 152"/>
                <a:gd name="T22" fmla="*/ 111 w 168"/>
                <a:gd name="T23" fmla="*/ 8 h 152"/>
                <a:gd name="T24" fmla="*/ 160 w 168"/>
                <a:gd name="T25" fmla="*/ 88 h 152"/>
                <a:gd name="T26" fmla="*/ 84 w 168"/>
                <a:gd name="T27" fmla="*/ 144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8" h="152">
                  <a:moveTo>
                    <a:pt x="114" y="1"/>
                  </a:moveTo>
                  <a:cubicBezTo>
                    <a:pt x="114" y="0"/>
                    <a:pt x="113" y="0"/>
                    <a:pt x="112" y="0"/>
                  </a:cubicBezTo>
                  <a:cubicBezTo>
                    <a:pt x="56" y="0"/>
                    <a:pt x="56" y="0"/>
                    <a:pt x="56" y="0"/>
                  </a:cubicBezTo>
                  <a:cubicBezTo>
                    <a:pt x="55" y="0"/>
                    <a:pt x="54" y="0"/>
                    <a:pt x="54" y="1"/>
                  </a:cubicBezTo>
                  <a:cubicBezTo>
                    <a:pt x="32" y="16"/>
                    <a:pt x="0" y="59"/>
                    <a:pt x="0" y="88"/>
                  </a:cubicBezTo>
                  <a:cubicBezTo>
                    <a:pt x="0" y="112"/>
                    <a:pt x="11" y="152"/>
                    <a:pt x="84" y="152"/>
                  </a:cubicBezTo>
                  <a:cubicBezTo>
                    <a:pt x="157" y="152"/>
                    <a:pt x="168" y="112"/>
                    <a:pt x="168" y="88"/>
                  </a:cubicBezTo>
                  <a:cubicBezTo>
                    <a:pt x="168" y="59"/>
                    <a:pt x="136" y="16"/>
                    <a:pt x="114" y="1"/>
                  </a:cubicBezTo>
                  <a:close/>
                  <a:moveTo>
                    <a:pt x="84" y="144"/>
                  </a:moveTo>
                  <a:cubicBezTo>
                    <a:pt x="34" y="144"/>
                    <a:pt x="8" y="125"/>
                    <a:pt x="8" y="88"/>
                  </a:cubicBezTo>
                  <a:cubicBezTo>
                    <a:pt x="8" y="64"/>
                    <a:pt x="35" y="25"/>
                    <a:pt x="57" y="8"/>
                  </a:cubicBezTo>
                  <a:cubicBezTo>
                    <a:pt x="111" y="8"/>
                    <a:pt x="111" y="8"/>
                    <a:pt x="111" y="8"/>
                  </a:cubicBezTo>
                  <a:cubicBezTo>
                    <a:pt x="133" y="25"/>
                    <a:pt x="160" y="64"/>
                    <a:pt x="160" y="88"/>
                  </a:cubicBezTo>
                  <a:cubicBezTo>
                    <a:pt x="160" y="125"/>
                    <a:pt x="134" y="144"/>
                    <a:pt x="84" y="1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8" name="Freeform 158">
              <a:extLst>
                <a:ext uri="{FF2B5EF4-FFF2-40B4-BE49-F238E27FC236}">
                  <a16:creationId xmlns:a16="http://schemas.microsoft.com/office/drawing/2014/main" id="{6E82CEBD-C4CF-BB4D-2F26-670D067315ED}"/>
                </a:ext>
              </a:extLst>
            </p:cNvPr>
            <p:cNvSpPr>
              <a:spLocks/>
            </p:cNvSpPr>
            <p:nvPr/>
          </p:nvSpPr>
          <p:spPr bwMode="auto">
            <a:xfrm>
              <a:off x="1966913" y="5545139"/>
              <a:ext cx="153988" cy="19050"/>
            </a:xfrm>
            <a:custGeom>
              <a:avLst/>
              <a:gdLst>
                <a:gd name="T0" fmla="*/ 4 w 64"/>
                <a:gd name="T1" fmla="*/ 0 h 8"/>
                <a:gd name="T2" fmla="*/ 0 w 64"/>
                <a:gd name="T3" fmla="*/ 4 h 8"/>
                <a:gd name="T4" fmla="*/ 4 w 64"/>
                <a:gd name="T5" fmla="*/ 8 h 8"/>
                <a:gd name="T6" fmla="*/ 60 w 64"/>
                <a:gd name="T7" fmla="*/ 8 h 8"/>
                <a:gd name="T8" fmla="*/ 64 w 64"/>
                <a:gd name="T9" fmla="*/ 4 h 8"/>
                <a:gd name="T10" fmla="*/ 60 w 64"/>
                <a:gd name="T11" fmla="*/ 0 h 8"/>
                <a:gd name="T12" fmla="*/ 4 w 64"/>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64" h="8">
                  <a:moveTo>
                    <a:pt x="4" y="0"/>
                  </a:moveTo>
                  <a:cubicBezTo>
                    <a:pt x="2" y="0"/>
                    <a:pt x="0" y="2"/>
                    <a:pt x="0" y="4"/>
                  </a:cubicBezTo>
                  <a:cubicBezTo>
                    <a:pt x="0" y="6"/>
                    <a:pt x="2" y="8"/>
                    <a:pt x="4" y="8"/>
                  </a:cubicBezTo>
                  <a:cubicBezTo>
                    <a:pt x="60" y="8"/>
                    <a:pt x="60" y="8"/>
                    <a:pt x="60" y="8"/>
                  </a:cubicBezTo>
                  <a:cubicBezTo>
                    <a:pt x="62" y="8"/>
                    <a:pt x="64" y="6"/>
                    <a:pt x="64" y="4"/>
                  </a:cubicBezTo>
                  <a:cubicBezTo>
                    <a:pt x="64" y="2"/>
                    <a:pt x="62" y="0"/>
                    <a:pt x="60" y="0"/>
                  </a:cubicBezTo>
                  <a:lnTo>
                    <a:pt x="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9" name="Freeform 159">
              <a:extLst>
                <a:ext uri="{FF2B5EF4-FFF2-40B4-BE49-F238E27FC236}">
                  <a16:creationId xmlns:a16="http://schemas.microsoft.com/office/drawing/2014/main" id="{75BB2DE7-4D57-73AA-B8C3-5AA767886098}"/>
                </a:ext>
              </a:extLst>
            </p:cNvPr>
            <p:cNvSpPr>
              <a:spLocks noEditPoints="1"/>
            </p:cNvSpPr>
            <p:nvPr/>
          </p:nvSpPr>
          <p:spPr bwMode="auto">
            <a:xfrm>
              <a:off x="1928813" y="5368926"/>
              <a:ext cx="230188" cy="157163"/>
            </a:xfrm>
            <a:custGeom>
              <a:avLst/>
              <a:gdLst>
                <a:gd name="T0" fmla="*/ 20 w 96"/>
                <a:gd name="T1" fmla="*/ 61 h 65"/>
                <a:gd name="T2" fmla="*/ 24 w 96"/>
                <a:gd name="T3" fmla="*/ 65 h 65"/>
                <a:gd name="T4" fmla="*/ 72 w 96"/>
                <a:gd name="T5" fmla="*/ 65 h 65"/>
                <a:gd name="T6" fmla="*/ 76 w 96"/>
                <a:gd name="T7" fmla="*/ 61 h 65"/>
                <a:gd name="T8" fmla="*/ 95 w 96"/>
                <a:gd name="T9" fmla="*/ 20 h 65"/>
                <a:gd name="T10" fmla="*/ 95 w 96"/>
                <a:gd name="T11" fmla="*/ 15 h 65"/>
                <a:gd name="T12" fmla="*/ 91 w 96"/>
                <a:gd name="T13" fmla="*/ 13 h 65"/>
                <a:gd name="T14" fmla="*/ 62 w 96"/>
                <a:gd name="T15" fmla="*/ 24 h 65"/>
                <a:gd name="T16" fmla="*/ 52 w 96"/>
                <a:gd name="T17" fmla="*/ 3 h 65"/>
                <a:gd name="T18" fmla="*/ 44 w 96"/>
                <a:gd name="T19" fmla="*/ 3 h 65"/>
                <a:gd name="T20" fmla="*/ 34 w 96"/>
                <a:gd name="T21" fmla="*/ 24 h 65"/>
                <a:gd name="T22" fmla="*/ 5 w 96"/>
                <a:gd name="T23" fmla="*/ 13 h 65"/>
                <a:gd name="T24" fmla="*/ 1 w 96"/>
                <a:gd name="T25" fmla="*/ 15 h 65"/>
                <a:gd name="T26" fmla="*/ 1 w 96"/>
                <a:gd name="T27" fmla="*/ 20 h 65"/>
                <a:gd name="T28" fmla="*/ 20 w 96"/>
                <a:gd name="T29" fmla="*/ 61 h 65"/>
                <a:gd name="T30" fmla="*/ 35 w 96"/>
                <a:gd name="T31" fmla="*/ 33 h 65"/>
                <a:gd name="T32" fmla="*/ 40 w 96"/>
                <a:gd name="T33" fmla="*/ 31 h 65"/>
                <a:gd name="T34" fmla="*/ 48 w 96"/>
                <a:gd name="T35" fmla="*/ 14 h 65"/>
                <a:gd name="T36" fmla="*/ 56 w 96"/>
                <a:gd name="T37" fmla="*/ 31 h 65"/>
                <a:gd name="T38" fmla="*/ 61 w 96"/>
                <a:gd name="T39" fmla="*/ 33 h 65"/>
                <a:gd name="T40" fmla="*/ 81 w 96"/>
                <a:gd name="T41" fmla="*/ 25 h 65"/>
                <a:gd name="T42" fmla="*/ 68 w 96"/>
                <a:gd name="T43" fmla="*/ 57 h 65"/>
                <a:gd name="T44" fmla="*/ 28 w 96"/>
                <a:gd name="T45" fmla="*/ 57 h 65"/>
                <a:gd name="T46" fmla="*/ 15 w 96"/>
                <a:gd name="T47" fmla="*/ 25 h 65"/>
                <a:gd name="T48" fmla="*/ 35 w 96"/>
                <a:gd name="T49" fmla="*/ 33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6" h="65">
                  <a:moveTo>
                    <a:pt x="20" y="61"/>
                  </a:moveTo>
                  <a:cubicBezTo>
                    <a:pt x="20" y="63"/>
                    <a:pt x="22" y="65"/>
                    <a:pt x="24" y="65"/>
                  </a:cubicBezTo>
                  <a:cubicBezTo>
                    <a:pt x="72" y="65"/>
                    <a:pt x="72" y="65"/>
                    <a:pt x="72" y="65"/>
                  </a:cubicBezTo>
                  <a:cubicBezTo>
                    <a:pt x="74" y="65"/>
                    <a:pt x="76" y="63"/>
                    <a:pt x="76" y="61"/>
                  </a:cubicBezTo>
                  <a:cubicBezTo>
                    <a:pt x="76" y="43"/>
                    <a:pt x="95" y="20"/>
                    <a:pt x="95" y="20"/>
                  </a:cubicBezTo>
                  <a:cubicBezTo>
                    <a:pt x="96" y="18"/>
                    <a:pt x="96" y="16"/>
                    <a:pt x="95" y="15"/>
                  </a:cubicBezTo>
                  <a:cubicBezTo>
                    <a:pt x="94" y="13"/>
                    <a:pt x="92" y="13"/>
                    <a:pt x="91" y="13"/>
                  </a:cubicBezTo>
                  <a:cubicBezTo>
                    <a:pt x="62" y="24"/>
                    <a:pt x="62" y="24"/>
                    <a:pt x="62" y="24"/>
                  </a:cubicBezTo>
                  <a:cubicBezTo>
                    <a:pt x="52" y="3"/>
                    <a:pt x="52" y="3"/>
                    <a:pt x="52" y="3"/>
                  </a:cubicBezTo>
                  <a:cubicBezTo>
                    <a:pt x="50" y="0"/>
                    <a:pt x="46" y="0"/>
                    <a:pt x="44" y="3"/>
                  </a:cubicBezTo>
                  <a:cubicBezTo>
                    <a:pt x="34" y="24"/>
                    <a:pt x="34" y="24"/>
                    <a:pt x="34" y="24"/>
                  </a:cubicBezTo>
                  <a:cubicBezTo>
                    <a:pt x="5" y="13"/>
                    <a:pt x="5" y="13"/>
                    <a:pt x="5" y="13"/>
                  </a:cubicBezTo>
                  <a:cubicBezTo>
                    <a:pt x="4" y="13"/>
                    <a:pt x="2" y="13"/>
                    <a:pt x="1" y="15"/>
                  </a:cubicBezTo>
                  <a:cubicBezTo>
                    <a:pt x="0" y="16"/>
                    <a:pt x="0" y="18"/>
                    <a:pt x="1" y="20"/>
                  </a:cubicBezTo>
                  <a:cubicBezTo>
                    <a:pt x="1" y="20"/>
                    <a:pt x="20" y="43"/>
                    <a:pt x="20" y="61"/>
                  </a:cubicBezTo>
                  <a:close/>
                  <a:moveTo>
                    <a:pt x="35" y="33"/>
                  </a:moveTo>
                  <a:cubicBezTo>
                    <a:pt x="37" y="33"/>
                    <a:pt x="39" y="33"/>
                    <a:pt x="40" y="31"/>
                  </a:cubicBezTo>
                  <a:cubicBezTo>
                    <a:pt x="48" y="14"/>
                    <a:pt x="48" y="14"/>
                    <a:pt x="48" y="14"/>
                  </a:cubicBezTo>
                  <a:cubicBezTo>
                    <a:pt x="56" y="31"/>
                    <a:pt x="56" y="31"/>
                    <a:pt x="56" y="31"/>
                  </a:cubicBezTo>
                  <a:cubicBezTo>
                    <a:pt x="57" y="33"/>
                    <a:pt x="59" y="33"/>
                    <a:pt x="61" y="33"/>
                  </a:cubicBezTo>
                  <a:cubicBezTo>
                    <a:pt x="81" y="25"/>
                    <a:pt x="81" y="25"/>
                    <a:pt x="81" y="25"/>
                  </a:cubicBezTo>
                  <a:cubicBezTo>
                    <a:pt x="76" y="34"/>
                    <a:pt x="69" y="46"/>
                    <a:pt x="68" y="57"/>
                  </a:cubicBezTo>
                  <a:cubicBezTo>
                    <a:pt x="28" y="57"/>
                    <a:pt x="28" y="57"/>
                    <a:pt x="28" y="57"/>
                  </a:cubicBezTo>
                  <a:cubicBezTo>
                    <a:pt x="27" y="46"/>
                    <a:pt x="20" y="34"/>
                    <a:pt x="15" y="25"/>
                  </a:cubicBezTo>
                  <a:lnTo>
                    <a:pt x="35" y="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0" name="Freeform 160">
              <a:extLst>
                <a:ext uri="{FF2B5EF4-FFF2-40B4-BE49-F238E27FC236}">
                  <a16:creationId xmlns:a16="http://schemas.microsoft.com/office/drawing/2014/main" id="{7EBAAD15-D4A9-FA1B-977A-D7E21FDE52E2}"/>
                </a:ext>
              </a:extLst>
            </p:cNvPr>
            <p:cNvSpPr>
              <a:spLocks/>
            </p:cNvSpPr>
            <p:nvPr/>
          </p:nvSpPr>
          <p:spPr bwMode="auto">
            <a:xfrm>
              <a:off x="1976438" y="5680076"/>
              <a:ext cx="115888" cy="173038"/>
            </a:xfrm>
            <a:custGeom>
              <a:avLst/>
              <a:gdLst>
                <a:gd name="T0" fmla="*/ 44 w 48"/>
                <a:gd name="T1" fmla="*/ 8 h 72"/>
                <a:gd name="T2" fmla="*/ 48 w 48"/>
                <a:gd name="T3" fmla="*/ 4 h 72"/>
                <a:gd name="T4" fmla="*/ 44 w 48"/>
                <a:gd name="T5" fmla="*/ 0 h 72"/>
                <a:gd name="T6" fmla="*/ 10 w 48"/>
                <a:gd name="T7" fmla="*/ 24 h 72"/>
                <a:gd name="T8" fmla="*/ 4 w 48"/>
                <a:gd name="T9" fmla="*/ 24 h 72"/>
                <a:gd name="T10" fmla="*/ 0 w 48"/>
                <a:gd name="T11" fmla="*/ 28 h 72"/>
                <a:gd name="T12" fmla="*/ 4 w 48"/>
                <a:gd name="T13" fmla="*/ 32 h 72"/>
                <a:gd name="T14" fmla="*/ 8 w 48"/>
                <a:gd name="T15" fmla="*/ 32 h 72"/>
                <a:gd name="T16" fmla="*/ 8 w 48"/>
                <a:gd name="T17" fmla="*/ 36 h 72"/>
                <a:gd name="T18" fmla="*/ 8 w 48"/>
                <a:gd name="T19" fmla="*/ 40 h 72"/>
                <a:gd name="T20" fmla="*/ 4 w 48"/>
                <a:gd name="T21" fmla="*/ 40 h 72"/>
                <a:gd name="T22" fmla="*/ 0 w 48"/>
                <a:gd name="T23" fmla="*/ 44 h 72"/>
                <a:gd name="T24" fmla="*/ 4 w 48"/>
                <a:gd name="T25" fmla="*/ 48 h 72"/>
                <a:gd name="T26" fmla="*/ 10 w 48"/>
                <a:gd name="T27" fmla="*/ 48 h 72"/>
                <a:gd name="T28" fmla="*/ 44 w 48"/>
                <a:gd name="T29" fmla="*/ 72 h 72"/>
                <a:gd name="T30" fmla="*/ 48 w 48"/>
                <a:gd name="T31" fmla="*/ 68 h 72"/>
                <a:gd name="T32" fmla="*/ 44 w 48"/>
                <a:gd name="T33" fmla="*/ 64 h 72"/>
                <a:gd name="T34" fmla="*/ 19 w 48"/>
                <a:gd name="T35" fmla="*/ 48 h 72"/>
                <a:gd name="T36" fmla="*/ 36 w 48"/>
                <a:gd name="T37" fmla="*/ 48 h 72"/>
                <a:gd name="T38" fmla="*/ 40 w 48"/>
                <a:gd name="T39" fmla="*/ 44 h 72"/>
                <a:gd name="T40" fmla="*/ 36 w 48"/>
                <a:gd name="T41" fmla="*/ 40 h 72"/>
                <a:gd name="T42" fmla="*/ 16 w 48"/>
                <a:gd name="T43" fmla="*/ 40 h 72"/>
                <a:gd name="T44" fmla="*/ 16 w 48"/>
                <a:gd name="T45" fmla="*/ 36 h 72"/>
                <a:gd name="T46" fmla="*/ 16 w 48"/>
                <a:gd name="T47" fmla="*/ 32 h 72"/>
                <a:gd name="T48" fmla="*/ 36 w 48"/>
                <a:gd name="T49" fmla="*/ 32 h 72"/>
                <a:gd name="T50" fmla="*/ 40 w 48"/>
                <a:gd name="T51" fmla="*/ 28 h 72"/>
                <a:gd name="T52" fmla="*/ 36 w 48"/>
                <a:gd name="T53" fmla="*/ 24 h 72"/>
                <a:gd name="T54" fmla="*/ 19 w 48"/>
                <a:gd name="T55" fmla="*/ 24 h 72"/>
                <a:gd name="T56" fmla="*/ 44 w 48"/>
                <a:gd name="T57" fmla="*/ 8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8" h="72">
                  <a:moveTo>
                    <a:pt x="44" y="8"/>
                  </a:moveTo>
                  <a:cubicBezTo>
                    <a:pt x="46" y="8"/>
                    <a:pt x="48" y="6"/>
                    <a:pt x="48" y="4"/>
                  </a:cubicBezTo>
                  <a:cubicBezTo>
                    <a:pt x="48" y="2"/>
                    <a:pt x="46" y="0"/>
                    <a:pt x="44" y="0"/>
                  </a:cubicBezTo>
                  <a:cubicBezTo>
                    <a:pt x="28" y="0"/>
                    <a:pt x="15" y="10"/>
                    <a:pt x="10" y="24"/>
                  </a:cubicBezTo>
                  <a:cubicBezTo>
                    <a:pt x="4" y="24"/>
                    <a:pt x="4" y="24"/>
                    <a:pt x="4" y="24"/>
                  </a:cubicBezTo>
                  <a:cubicBezTo>
                    <a:pt x="2" y="24"/>
                    <a:pt x="0" y="26"/>
                    <a:pt x="0" y="28"/>
                  </a:cubicBezTo>
                  <a:cubicBezTo>
                    <a:pt x="0" y="30"/>
                    <a:pt x="2" y="32"/>
                    <a:pt x="4" y="32"/>
                  </a:cubicBezTo>
                  <a:cubicBezTo>
                    <a:pt x="8" y="32"/>
                    <a:pt x="8" y="32"/>
                    <a:pt x="8" y="32"/>
                  </a:cubicBezTo>
                  <a:cubicBezTo>
                    <a:pt x="8" y="33"/>
                    <a:pt x="8" y="35"/>
                    <a:pt x="8" y="36"/>
                  </a:cubicBezTo>
                  <a:cubicBezTo>
                    <a:pt x="8" y="37"/>
                    <a:pt x="8" y="39"/>
                    <a:pt x="8" y="40"/>
                  </a:cubicBezTo>
                  <a:cubicBezTo>
                    <a:pt x="4" y="40"/>
                    <a:pt x="4" y="40"/>
                    <a:pt x="4" y="40"/>
                  </a:cubicBezTo>
                  <a:cubicBezTo>
                    <a:pt x="2" y="40"/>
                    <a:pt x="0" y="42"/>
                    <a:pt x="0" y="44"/>
                  </a:cubicBezTo>
                  <a:cubicBezTo>
                    <a:pt x="0" y="46"/>
                    <a:pt x="2" y="48"/>
                    <a:pt x="4" y="48"/>
                  </a:cubicBezTo>
                  <a:cubicBezTo>
                    <a:pt x="10" y="48"/>
                    <a:pt x="10" y="48"/>
                    <a:pt x="10" y="48"/>
                  </a:cubicBezTo>
                  <a:cubicBezTo>
                    <a:pt x="15" y="62"/>
                    <a:pt x="28" y="72"/>
                    <a:pt x="44" y="72"/>
                  </a:cubicBezTo>
                  <a:cubicBezTo>
                    <a:pt x="46" y="72"/>
                    <a:pt x="48" y="70"/>
                    <a:pt x="48" y="68"/>
                  </a:cubicBezTo>
                  <a:cubicBezTo>
                    <a:pt x="48" y="66"/>
                    <a:pt x="46" y="64"/>
                    <a:pt x="44" y="64"/>
                  </a:cubicBezTo>
                  <a:cubicBezTo>
                    <a:pt x="33" y="64"/>
                    <a:pt x="23" y="57"/>
                    <a:pt x="19" y="48"/>
                  </a:cubicBezTo>
                  <a:cubicBezTo>
                    <a:pt x="36" y="48"/>
                    <a:pt x="36" y="48"/>
                    <a:pt x="36" y="48"/>
                  </a:cubicBezTo>
                  <a:cubicBezTo>
                    <a:pt x="38" y="48"/>
                    <a:pt x="40" y="46"/>
                    <a:pt x="40" y="44"/>
                  </a:cubicBezTo>
                  <a:cubicBezTo>
                    <a:pt x="40" y="42"/>
                    <a:pt x="38" y="40"/>
                    <a:pt x="36" y="40"/>
                  </a:cubicBezTo>
                  <a:cubicBezTo>
                    <a:pt x="16" y="40"/>
                    <a:pt x="16" y="40"/>
                    <a:pt x="16" y="40"/>
                  </a:cubicBezTo>
                  <a:cubicBezTo>
                    <a:pt x="16" y="39"/>
                    <a:pt x="16" y="37"/>
                    <a:pt x="16" y="36"/>
                  </a:cubicBezTo>
                  <a:cubicBezTo>
                    <a:pt x="16" y="35"/>
                    <a:pt x="16" y="33"/>
                    <a:pt x="16" y="32"/>
                  </a:cubicBezTo>
                  <a:cubicBezTo>
                    <a:pt x="36" y="32"/>
                    <a:pt x="36" y="32"/>
                    <a:pt x="36" y="32"/>
                  </a:cubicBezTo>
                  <a:cubicBezTo>
                    <a:pt x="38" y="32"/>
                    <a:pt x="40" y="30"/>
                    <a:pt x="40" y="28"/>
                  </a:cubicBezTo>
                  <a:cubicBezTo>
                    <a:pt x="40" y="26"/>
                    <a:pt x="38" y="24"/>
                    <a:pt x="36" y="24"/>
                  </a:cubicBezTo>
                  <a:cubicBezTo>
                    <a:pt x="19" y="24"/>
                    <a:pt x="19" y="24"/>
                    <a:pt x="19" y="24"/>
                  </a:cubicBezTo>
                  <a:cubicBezTo>
                    <a:pt x="23" y="15"/>
                    <a:pt x="33" y="8"/>
                    <a:pt x="4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41" name="Group 140">
            <a:extLst>
              <a:ext uri="{FF2B5EF4-FFF2-40B4-BE49-F238E27FC236}">
                <a16:creationId xmlns:a16="http://schemas.microsoft.com/office/drawing/2014/main" id="{FBAEECCD-5792-8E2E-634D-4054157282B2}"/>
              </a:ext>
            </a:extLst>
          </p:cNvPr>
          <p:cNvGrpSpPr/>
          <p:nvPr/>
        </p:nvGrpSpPr>
        <p:grpSpPr>
          <a:xfrm>
            <a:off x="7834299" y="2646996"/>
            <a:ext cx="690355" cy="643936"/>
            <a:chOff x="7558088" y="4421188"/>
            <a:chExt cx="560388" cy="550863"/>
          </a:xfrm>
          <a:solidFill>
            <a:srgbClr val="005470"/>
          </a:solidFill>
        </p:grpSpPr>
        <p:sp>
          <p:nvSpPr>
            <p:cNvPr id="142" name="Freeform 145">
              <a:extLst>
                <a:ext uri="{FF2B5EF4-FFF2-40B4-BE49-F238E27FC236}">
                  <a16:creationId xmlns:a16="http://schemas.microsoft.com/office/drawing/2014/main" id="{337793C6-CA46-0FD8-1252-9EFA7A681158}"/>
                </a:ext>
              </a:extLst>
            </p:cNvPr>
            <p:cNvSpPr>
              <a:spLocks noEditPoints="1"/>
            </p:cNvSpPr>
            <p:nvPr/>
          </p:nvSpPr>
          <p:spPr bwMode="auto">
            <a:xfrm>
              <a:off x="7634288" y="4760913"/>
              <a:ext cx="134938" cy="134938"/>
            </a:xfrm>
            <a:custGeom>
              <a:avLst/>
              <a:gdLst>
                <a:gd name="T0" fmla="*/ 28 w 56"/>
                <a:gd name="T1" fmla="*/ 0 h 56"/>
                <a:gd name="T2" fmla="*/ 0 w 56"/>
                <a:gd name="T3" fmla="*/ 28 h 56"/>
                <a:gd name="T4" fmla="*/ 28 w 56"/>
                <a:gd name="T5" fmla="*/ 56 h 56"/>
                <a:gd name="T6" fmla="*/ 56 w 56"/>
                <a:gd name="T7" fmla="*/ 28 h 56"/>
                <a:gd name="T8" fmla="*/ 28 w 56"/>
                <a:gd name="T9" fmla="*/ 0 h 56"/>
                <a:gd name="T10" fmla="*/ 28 w 56"/>
                <a:gd name="T11" fmla="*/ 48 h 56"/>
                <a:gd name="T12" fmla="*/ 8 w 56"/>
                <a:gd name="T13" fmla="*/ 28 h 56"/>
                <a:gd name="T14" fmla="*/ 28 w 56"/>
                <a:gd name="T15" fmla="*/ 8 h 56"/>
                <a:gd name="T16" fmla="*/ 48 w 56"/>
                <a:gd name="T17" fmla="*/ 28 h 56"/>
                <a:gd name="T18" fmla="*/ 28 w 56"/>
                <a:gd name="T19" fmla="*/ 48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56">
                  <a:moveTo>
                    <a:pt x="28" y="0"/>
                  </a:moveTo>
                  <a:cubicBezTo>
                    <a:pt x="13" y="0"/>
                    <a:pt x="0" y="13"/>
                    <a:pt x="0" y="28"/>
                  </a:cubicBezTo>
                  <a:cubicBezTo>
                    <a:pt x="0" y="43"/>
                    <a:pt x="13" y="56"/>
                    <a:pt x="28" y="56"/>
                  </a:cubicBezTo>
                  <a:cubicBezTo>
                    <a:pt x="43" y="56"/>
                    <a:pt x="56" y="43"/>
                    <a:pt x="56" y="28"/>
                  </a:cubicBezTo>
                  <a:cubicBezTo>
                    <a:pt x="56" y="13"/>
                    <a:pt x="43" y="0"/>
                    <a:pt x="28" y="0"/>
                  </a:cubicBezTo>
                  <a:close/>
                  <a:moveTo>
                    <a:pt x="28" y="48"/>
                  </a:moveTo>
                  <a:cubicBezTo>
                    <a:pt x="17" y="48"/>
                    <a:pt x="8" y="39"/>
                    <a:pt x="8" y="28"/>
                  </a:cubicBezTo>
                  <a:cubicBezTo>
                    <a:pt x="8" y="17"/>
                    <a:pt x="17" y="8"/>
                    <a:pt x="28" y="8"/>
                  </a:cubicBezTo>
                  <a:cubicBezTo>
                    <a:pt x="39" y="8"/>
                    <a:pt x="48" y="17"/>
                    <a:pt x="48" y="28"/>
                  </a:cubicBezTo>
                  <a:cubicBezTo>
                    <a:pt x="48" y="39"/>
                    <a:pt x="39" y="48"/>
                    <a:pt x="28"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3" name="Freeform 146">
              <a:extLst>
                <a:ext uri="{FF2B5EF4-FFF2-40B4-BE49-F238E27FC236}">
                  <a16:creationId xmlns:a16="http://schemas.microsoft.com/office/drawing/2014/main" id="{7CB4EB69-BD94-C768-8D06-246C5606A0D5}"/>
                </a:ext>
              </a:extLst>
            </p:cNvPr>
            <p:cNvSpPr>
              <a:spLocks noEditPoints="1"/>
            </p:cNvSpPr>
            <p:nvPr/>
          </p:nvSpPr>
          <p:spPr bwMode="auto">
            <a:xfrm>
              <a:off x="7558088" y="4421188"/>
              <a:ext cx="560388" cy="550863"/>
            </a:xfrm>
            <a:custGeom>
              <a:avLst/>
              <a:gdLst>
                <a:gd name="T0" fmla="*/ 216 w 234"/>
                <a:gd name="T1" fmla="*/ 88 h 230"/>
                <a:gd name="T2" fmla="*/ 234 w 234"/>
                <a:gd name="T3" fmla="*/ 70 h 230"/>
                <a:gd name="T4" fmla="*/ 210 w 234"/>
                <a:gd name="T5" fmla="*/ 46 h 230"/>
                <a:gd name="T6" fmla="*/ 223 w 234"/>
                <a:gd name="T7" fmla="*/ 33 h 230"/>
                <a:gd name="T8" fmla="*/ 223 w 234"/>
                <a:gd name="T9" fmla="*/ 7 h 230"/>
                <a:gd name="T10" fmla="*/ 197 w 234"/>
                <a:gd name="T11" fmla="*/ 7 h 230"/>
                <a:gd name="T12" fmla="*/ 88 w 234"/>
                <a:gd name="T13" fmla="*/ 117 h 230"/>
                <a:gd name="T14" fmla="*/ 60 w 234"/>
                <a:gd name="T15" fmla="*/ 110 h 230"/>
                <a:gd name="T16" fmla="*/ 0 w 234"/>
                <a:gd name="T17" fmla="*/ 170 h 230"/>
                <a:gd name="T18" fmla="*/ 60 w 234"/>
                <a:gd name="T19" fmla="*/ 230 h 230"/>
                <a:gd name="T20" fmla="*/ 120 w 234"/>
                <a:gd name="T21" fmla="*/ 170 h 230"/>
                <a:gd name="T22" fmla="*/ 113 w 234"/>
                <a:gd name="T23" fmla="*/ 142 h 230"/>
                <a:gd name="T24" fmla="*/ 164 w 234"/>
                <a:gd name="T25" fmla="*/ 92 h 230"/>
                <a:gd name="T26" fmla="*/ 184 w 234"/>
                <a:gd name="T27" fmla="*/ 112 h 230"/>
                <a:gd name="T28" fmla="*/ 202 w 234"/>
                <a:gd name="T29" fmla="*/ 94 h 230"/>
                <a:gd name="T30" fmla="*/ 182 w 234"/>
                <a:gd name="T31" fmla="*/ 74 h 230"/>
                <a:gd name="T32" fmla="*/ 192 w 234"/>
                <a:gd name="T33" fmla="*/ 64 h 230"/>
                <a:gd name="T34" fmla="*/ 216 w 234"/>
                <a:gd name="T35" fmla="*/ 88 h 230"/>
                <a:gd name="T36" fmla="*/ 190 w 234"/>
                <a:gd name="T37" fmla="*/ 94 h 230"/>
                <a:gd name="T38" fmla="*/ 184 w 234"/>
                <a:gd name="T39" fmla="*/ 100 h 230"/>
                <a:gd name="T40" fmla="*/ 164 w 234"/>
                <a:gd name="T41" fmla="*/ 80 h 230"/>
                <a:gd name="T42" fmla="*/ 103 w 234"/>
                <a:gd name="T43" fmla="*/ 141 h 230"/>
                <a:gd name="T44" fmla="*/ 105 w 234"/>
                <a:gd name="T45" fmla="*/ 144 h 230"/>
                <a:gd name="T46" fmla="*/ 112 w 234"/>
                <a:gd name="T47" fmla="*/ 170 h 230"/>
                <a:gd name="T48" fmla="*/ 60 w 234"/>
                <a:gd name="T49" fmla="*/ 222 h 230"/>
                <a:gd name="T50" fmla="*/ 8 w 234"/>
                <a:gd name="T51" fmla="*/ 170 h 230"/>
                <a:gd name="T52" fmla="*/ 60 w 234"/>
                <a:gd name="T53" fmla="*/ 118 h 230"/>
                <a:gd name="T54" fmla="*/ 86 w 234"/>
                <a:gd name="T55" fmla="*/ 125 h 230"/>
                <a:gd name="T56" fmla="*/ 89 w 234"/>
                <a:gd name="T57" fmla="*/ 127 h 230"/>
                <a:gd name="T58" fmla="*/ 203 w 234"/>
                <a:gd name="T59" fmla="*/ 13 h 230"/>
                <a:gd name="T60" fmla="*/ 217 w 234"/>
                <a:gd name="T61" fmla="*/ 13 h 230"/>
                <a:gd name="T62" fmla="*/ 217 w 234"/>
                <a:gd name="T63" fmla="*/ 27 h 230"/>
                <a:gd name="T64" fmla="*/ 198 w 234"/>
                <a:gd name="T65" fmla="*/ 46 h 230"/>
                <a:gd name="T66" fmla="*/ 222 w 234"/>
                <a:gd name="T67" fmla="*/ 70 h 230"/>
                <a:gd name="T68" fmla="*/ 216 w 234"/>
                <a:gd name="T69" fmla="*/ 76 h 230"/>
                <a:gd name="T70" fmla="*/ 192 w 234"/>
                <a:gd name="T71" fmla="*/ 52 h 230"/>
                <a:gd name="T72" fmla="*/ 170 w 234"/>
                <a:gd name="T73" fmla="*/ 74 h 230"/>
                <a:gd name="T74" fmla="*/ 190 w 234"/>
                <a:gd name="T75" fmla="*/ 94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34" h="230">
                  <a:moveTo>
                    <a:pt x="216" y="88"/>
                  </a:moveTo>
                  <a:cubicBezTo>
                    <a:pt x="234" y="70"/>
                    <a:pt x="234" y="70"/>
                    <a:pt x="234" y="70"/>
                  </a:cubicBezTo>
                  <a:cubicBezTo>
                    <a:pt x="210" y="46"/>
                    <a:pt x="210" y="46"/>
                    <a:pt x="210" y="46"/>
                  </a:cubicBezTo>
                  <a:cubicBezTo>
                    <a:pt x="223" y="33"/>
                    <a:pt x="223" y="33"/>
                    <a:pt x="223" y="33"/>
                  </a:cubicBezTo>
                  <a:cubicBezTo>
                    <a:pt x="230" y="26"/>
                    <a:pt x="230" y="14"/>
                    <a:pt x="223" y="7"/>
                  </a:cubicBezTo>
                  <a:cubicBezTo>
                    <a:pt x="216" y="0"/>
                    <a:pt x="204" y="0"/>
                    <a:pt x="197" y="7"/>
                  </a:cubicBezTo>
                  <a:cubicBezTo>
                    <a:pt x="88" y="117"/>
                    <a:pt x="88" y="117"/>
                    <a:pt x="88" y="117"/>
                  </a:cubicBezTo>
                  <a:cubicBezTo>
                    <a:pt x="79" y="112"/>
                    <a:pt x="70" y="110"/>
                    <a:pt x="60" y="110"/>
                  </a:cubicBezTo>
                  <a:cubicBezTo>
                    <a:pt x="27" y="110"/>
                    <a:pt x="0" y="137"/>
                    <a:pt x="0" y="170"/>
                  </a:cubicBezTo>
                  <a:cubicBezTo>
                    <a:pt x="0" y="203"/>
                    <a:pt x="27" y="230"/>
                    <a:pt x="60" y="230"/>
                  </a:cubicBezTo>
                  <a:cubicBezTo>
                    <a:pt x="93" y="230"/>
                    <a:pt x="120" y="203"/>
                    <a:pt x="120" y="170"/>
                  </a:cubicBezTo>
                  <a:cubicBezTo>
                    <a:pt x="120" y="160"/>
                    <a:pt x="118" y="151"/>
                    <a:pt x="113" y="142"/>
                  </a:cubicBezTo>
                  <a:cubicBezTo>
                    <a:pt x="164" y="92"/>
                    <a:pt x="164" y="92"/>
                    <a:pt x="164" y="92"/>
                  </a:cubicBezTo>
                  <a:cubicBezTo>
                    <a:pt x="184" y="112"/>
                    <a:pt x="184" y="112"/>
                    <a:pt x="184" y="112"/>
                  </a:cubicBezTo>
                  <a:cubicBezTo>
                    <a:pt x="202" y="94"/>
                    <a:pt x="202" y="94"/>
                    <a:pt x="202" y="94"/>
                  </a:cubicBezTo>
                  <a:cubicBezTo>
                    <a:pt x="182" y="74"/>
                    <a:pt x="182" y="74"/>
                    <a:pt x="182" y="74"/>
                  </a:cubicBezTo>
                  <a:cubicBezTo>
                    <a:pt x="192" y="64"/>
                    <a:pt x="192" y="64"/>
                    <a:pt x="192" y="64"/>
                  </a:cubicBezTo>
                  <a:lnTo>
                    <a:pt x="216" y="88"/>
                  </a:lnTo>
                  <a:close/>
                  <a:moveTo>
                    <a:pt x="190" y="94"/>
                  </a:moveTo>
                  <a:cubicBezTo>
                    <a:pt x="184" y="100"/>
                    <a:pt x="184" y="100"/>
                    <a:pt x="184" y="100"/>
                  </a:cubicBezTo>
                  <a:cubicBezTo>
                    <a:pt x="164" y="80"/>
                    <a:pt x="164" y="80"/>
                    <a:pt x="164" y="80"/>
                  </a:cubicBezTo>
                  <a:cubicBezTo>
                    <a:pt x="103" y="141"/>
                    <a:pt x="103" y="141"/>
                    <a:pt x="103" y="141"/>
                  </a:cubicBezTo>
                  <a:cubicBezTo>
                    <a:pt x="105" y="144"/>
                    <a:pt x="105" y="144"/>
                    <a:pt x="105" y="144"/>
                  </a:cubicBezTo>
                  <a:cubicBezTo>
                    <a:pt x="110" y="152"/>
                    <a:pt x="112" y="161"/>
                    <a:pt x="112" y="170"/>
                  </a:cubicBezTo>
                  <a:cubicBezTo>
                    <a:pt x="112" y="199"/>
                    <a:pt x="89" y="222"/>
                    <a:pt x="60" y="222"/>
                  </a:cubicBezTo>
                  <a:cubicBezTo>
                    <a:pt x="31" y="222"/>
                    <a:pt x="8" y="199"/>
                    <a:pt x="8" y="170"/>
                  </a:cubicBezTo>
                  <a:cubicBezTo>
                    <a:pt x="8" y="141"/>
                    <a:pt x="31" y="118"/>
                    <a:pt x="60" y="118"/>
                  </a:cubicBezTo>
                  <a:cubicBezTo>
                    <a:pt x="69" y="118"/>
                    <a:pt x="78" y="120"/>
                    <a:pt x="86" y="125"/>
                  </a:cubicBezTo>
                  <a:cubicBezTo>
                    <a:pt x="89" y="127"/>
                    <a:pt x="89" y="127"/>
                    <a:pt x="89" y="127"/>
                  </a:cubicBezTo>
                  <a:cubicBezTo>
                    <a:pt x="203" y="13"/>
                    <a:pt x="203" y="13"/>
                    <a:pt x="203" y="13"/>
                  </a:cubicBezTo>
                  <a:cubicBezTo>
                    <a:pt x="207" y="9"/>
                    <a:pt x="213" y="9"/>
                    <a:pt x="217" y="13"/>
                  </a:cubicBezTo>
                  <a:cubicBezTo>
                    <a:pt x="221" y="17"/>
                    <a:pt x="221" y="23"/>
                    <a:pt x="217" y="27"/>
                  </a:cubicBezTo>
                  <a:cubicBezTo>
                    <a:pt x="198" y="46"/>
                    <a:pt x="198" y="46"/>
                    <a:pt x="198" y="46"/>
                  </a:cubicBezTo>
                  <a:cubicBezTo>
                    <a:pt x="222" y="70"/>
                    <a:pt x="222" y="70"/>
                    <a:pt x="222" y="70"/>
                  </a:cubicBezTo>
                  <a:cubicBezTo>
                    <a:pt x="216" y="76"/>
                    <a:pt x="216" y="76"/>
                    <a:pt x="216" y="76"/>
                  </a:cubicBezTo>
                  <a:cubicBezTo>
                    <a:pt x="192" y="52"/>
                    <a:pt x="192" y="52"/>
                    <a:pt x="192" y="52"/>
                  </a:cubicBezTo>
                  <a:cubicBezTo>
                    <a:pt x="170" y="74"/>
                    <a:pt x="170" y="74"/>
                    <a:pt x="170" y="74"/>
                  </a:cubicBezTo>
                  <a:lnTo>
                    <a:pt x="190" y="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383601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60000" y="1755659"/>
            <a:ext cx="11169728" cy="1047107"/>
          </a:xfrm>
        </p:spPr>
        <p:txBody>
          <a:bodyPr/>
          <a:lstStyle/>
          <a:p>
            <a:r>
              <a:rPr lang="en-US">
                <a:solidFill>
                  <a:schemeClr val="tx1"/>
                </a:solidFill>
                <a:latin typeface="Fidelity Sans" panose="020B0503030202020204" pitchFamily="34" charset="0"/>
              </a:rPr>
              <a:t>The Dark Web</a:t>
            </a:r>
          </a:p>
        </p:txBody>
      </p:sp>
      <p:sp>
        <p:nvSpPr>
          <p:cNvPr id="3" name="Slide Number Placeholder 6">
            <a:extLst>
              <a:ext uri="{FF2B5EF4-FFF2-40B4-BE49-F238E27FC236}">
                <a16:creationId xmlns:a16="http://schemas.microsoft.com/office/drawing/2014/main" id="{9796C76B-D1AD-427F-AEBA-DD20D019096E}"/>
              </a:ext>
            </a:extLst>
          </p:cNvPr>
          <p:cNvSpPr>
            <a:spLocks noGrp="1"/>
          </p:cNvSpPr>
          <p:nvPr>
            <p:ph type="sldNum" sz="quarter" idx="4"/>
          </p:nvPr>
        </p:nvSpPr>
        <p:spPr>
          <a:xfrm>
            <a:off x="-91653" y="6405455"/>
            <a:ext cx="621296" cy="365125"/>
          </a:xfrm>
        </p:spPr>
        <p:txBody>
          <a:bodyPr/>
          <a:lstStyle/>
          <a:p>
            <a:fld id="{0C46E731-D52C-420E-B9A6-9FE86F5B321E}" type="slidenum">
              <a:rPr lang="en-US" smtClean="0"/>
              <a:pPr/>
              <a:t>7</a:t>
            </a:fld>
            <a:endParaRPr lang="en-US"/>
          </a:p>
        </p:txBody>
      </p:sp>
    </p:spTree>
    <p:extLst>
      <p:ext uri="{BB962C8B-B14F-4D97-AF65-F5344CB8AC3E}">
        <p14:creationId xmlns:p14="http://schemas.microsoft.com/office/powerpoint/2010/main" val="564143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Business Risk Intelligence Part 1 – Gathering Insight into the Dark Web -  Maltego">
            <a:extLst>
              <a:ext uri="{FF2B5EF4-FFF2-40B4-BE49-F238E27FC236}">
                <a16:creationId xmlns:a16="http://schemas.microsoft.com/office/drawing/2014/main" id="{A87A3B46-EBC2-5548-AF37-7C1FBD807BA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978" r="27575"/>
          <a:stretch/>
        </p:blipFill>
        <p:spPr bwMode="auto">
          <a:xfrm>
            <a:off x="3540000" y="139552"/>
            <a:ext cx="5112000" cy="671844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A99F824C-BDBD-31E4-E5CB-8F4A40363682}"/>
              </a:ext>
            </a:extLst>
          </p:cNvPr>
          <p:cNvSpPr>
            <a:spLocks noGrp="1"/>
          </p:cNvSpPr>
          <p:nvPr>
            <p:ph type="sldNum" sz="quarter" idx="4"/>
          </p:nvPr>
        </p:nvSpPr>
        <p:spPr/>
        <p:txBody>
          <a:bodyPr/>
          <a:lstStyle/>
          <a:p>
            <a:fld id="{0C46E731-D52C-420E-B9A6-9FE86F5B321E}" type="slidenum">
              <a:rPr lang="en-US" smtClean="0"/>
              <a:pPr/>
              <a:t>8</a:t>
            </a:fld>
            <a:endParaRPr lang="en-US"/>
          </a:p>
        </p:txBody>
      </p:sp>
      <p:sp>
        <p:nvSpPr>
          <p:cNvPr id="10" name="Title 1">
            <a:extLst>
              <a:ext uri="{FF2B5EF4-FFF2-40B4-BE49-F238E27FC236}">
                <a16:creationId xmlns:a16="http://schemas.microsoft.com/office/drawing/2014/main" id="{EF4660EB-9FB3-31CE-56A1-19A5DDCF44E8}"/>
              </a:ext>
            </a:extLst>
          </p:cNvPr>
          <p:cNvSpPr>
            <a:spLocks noGrp="1"/>
          </p:cNvSpPr>
          <p:nvPr>
            <p:ph type="title"/>
          </p:nvPr>
        </p:nvSpPr>
        <p:spPr>
          <a:xfrm>
            <a:off x="378865" y="2539258"/>
            <a:ext cx="3105135" cy="1593542"/>
          </a:xfrm>
        </p:spPr>
        <p:txBody>
          <a:bodyPr/>
          <a:lstStyle/>
          <a:p>
            <a:r>
              <a:rPr lang="en-US" sz="3600" b="1">
                <a:solidFill>
                  <a:schemeClr val="tx1"/>
                </a:solidFill>
                <a:latin typeface="Fidelity Sans" panose="020B0503030202020204" pitchFamily="34" charset="0"/>
              </a:rPr>
              <a:t>What is the Deep and Dark web?</a:t>
            </a:r>
          </a:p>
        </p:txBody>
      </p:sp>
      <p:sp>
        <p:nvSpPr>
          <p:cNvPr id="11" name="Rectangle 10">
            <a:extLst>
              <a:ext uri="{FF2B5EF4-FFF2-40B4-BE49-F238E27FC236}">
                <a16:creationId xmlns:a16="http://schemas.microsoft.com/office/drawing/2014/main" id="{32029D56-3266-610F-196C-3EA6A8CFE3AF}"/>
              </a:ext>
            </a:extLst>
          </p:cNvPr>
          <p:cNvSpPr/>
          <p:nvPr/>
        </p:nvSpPr>
        <p:spPr>
          <a:xfrm>
            <a:off x="8652000" y="646432"/>
            <a:ext cx="3312365" cy="1261884"/>
          </a:xfrm>
          <a:prstGeom prst="rect">
            <a:avLst/>
          </a:prstGeom>
        </p:spPr>
        <p:txBody>
          <a:bodyPr wrap="square">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b="1" i="0" u="none" strike="noStrike" kern="1200" cap="none" spc="0" baseline="0">
                <a:uFillTx/>
                <a:latin typeface="Fidelity Sans" pitchFamily="34"/>
                <a:ea typeface="Calibri" pitchFamily="34"/>
              </a:rPr>
              <a:t>Surface web</a:t>
            </a:r>
            <a:br>
              <a:rPr lang="en-US" i="0" u="none" strike="noStrike" kern="1200" cap="none" spc="0" baseline="0">
                <a:uFillTx/>
                <a:latin typeface="Fidelity Sans" pitchFamily="34"/>
                <a:ea typeface="Calibri" pitchFamily="34"/>
              </a:rPr>
            </a:br>
            <a:r>
              <a:rPr lang="en-US" i="0" u="none" strike="noStrike" kern="1200" cap="none" spc="0" baseline="0">
                <a:uFillTx/>
                <a:latin typeface="Fidelity Sans" pitchFamily="34"/>
                <a:ea typeface="Calibri" pitchFamily="34"/>
              </a:rPr>
              <a:t>Content indexed by search engines</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000" i="0" u="none" strike="noStrike" kern="1200" cap="none" spc="0" baseline="0">
              <a:uFillTx/>
              <a:latin typeface="Fidelity Sans" pitchFamily="34"/>
              <a:ea typeface="Calibri" pitchFamily="34"/>
            </a:endParaRPr>
          </a:p>
        </p:txBody>
      </p:sp>
      <p:sp>
        <p:nvSpPr>
          <p:cNvPr id="12" name="Rectangle 11">
            <a:extLst>
              <a:ext uri="{FF2B5EF4-FFF2-40B4-BE49-F238E27FC236}">
                <a16:creationId xmlns:a16="http://schemas.microsoft.com/office/drawing/2014/main" id="{902CBC9B-4ED0-3035-228D-44281370D3FC}"/>
              </a:ext>
            </a:extLst>
          </p:cNvPr>
          <p:cNvSpPr/>
          <p:nvPr/>
        </p:nvSpPr>
        <p:spPr>
          <a:xfrm>
            <a:off x="8015401" y="890088"/>
            <a:ext cx="636599" cy="707886"/>
          </a:xfrm>
          <a:prstGeom prst="rect">
            <a:avLst/>
          </a:prstGeom>
        </p:spPr>
        <p:txBody>
          <a:bodyPr wrap="square">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i="0" u="none" strike="noStrike" kern="1200" cap="none" spc="0" baseline="0">
                <a:uFillTx/>
                <a:latin typeface="Fidelity Sans" pitchFamily="34"/>
                <a:ea typeface="Calibri" pitchFamily="34"/>
              </a:rPr>
              <a:t>4%</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000" i="0" u="none" strike="noStrike" kern="1200" cap="none" spc="0" baseline="0">
              <a:uFillTx/>
              <a:latin typeface="Fidelity Sans" pitchFamily="34"/>
              <a:ea typeface="Calibri" pitchFamily="34"/>
            </a:endParaRPr>
          </a:p>
        </p:txBody>
      </p:sp>
      <p:sp>
        <p:nvSpPr>
          <p:cNvPr id="13" name="Rectangle 12">
            <a:extLst>
              <a:ext uri="{FF2B5EF4-FFF2-40B4-BE49-F238E27FC236}">
                <a16:creationId xmlns:a16="http://schemas.microsoft.com/office/drawing/2014/main" id="{0C809749-6BE5-F60F-4BE1-C798CA316FCE}"/>
              </a:ext>
            </a:extLst>
          </p:cNvPr>
          <p:cNvSpPr/>
          <p:nvPr/>
        </p:nvSpPr>
        <p:spPr>
          <a:xfrm>
            <a:off x="7910489" y="2539258"/>
            <a:ext cx="741511" cy="707886"/>
          </a:xfrm>
          <a:prstGeom prst="rect">
            <a:avLst/>
          </a:prstGeom>
        </p:spPr>
        <p:txBody>
          <a:bodyPr wrap="square">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a:latin typeface="Fidelity Sans" pitchFamily="34"/>
                <a:ea typeface="Calibri" pitchFamily="34"/>
              </a:rPr>
              <a:t>90</a:t>
            </a:r>
            <a:r>
              <a:rPr lang="en-US" sz="2000" i="0" u="none" strike="noStrike" kern="1200" cap="none" spc="0" baseline="0">
                <a:uFillTx/>
                <a:latin typeface="Fidelity Sans" pitchFamily="34"/>
                <a:ea typeface="Calibri" pitchFamily="34"/>
              </a:rPr>
              <a:t>%</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000" i="0" u="none" strike="noStrike" kern="1200" cap="none" spc="0" baseline="0">
              <a:uFillTx/>
              <a:latin typeface="Fidelity Sans" pitchFamily="34"/>
              <a:ea typeface="Calibri" pitchFamily="34"/>
            </a:endParaRPr>
          </a:p>
        </p:txBody>
      </p:sp>
      <p:sp>
        <p:nvSpPr>
          <p:cNvPr id="14" name="Rectangle 13">
            <a:extLst>
              <a:ext uri="{FF2B5EF4-FFF2-40B4-BE49-F238E27FC236}">
                <a16:creationId xmlns:a16="http://schemas.microsoft.com/office/drawing/2014/main" id="{60B3A4FF-3DAF-555A-ED00-27D17D936511}"/>
              </a:ext>
            </a:extLst>
          </p:cNvPr>
          <p:cNvSpPr/>
          <p:nvPr/>
        </p:nvSpPr>
        <p:spPr>
          <a:xfrm>
            <a:off x="8017022" y="4938964"/>
            <a:ext cx="741511" cy="707886"/>
          </a:xfrm>
          <a:prstGeom prst="rect">
            <a:avLst/>
          </a:prstGeom>
        </p:spPr>
        <p:txBody>
          <a:bodyPr wrap="square">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i="0" u="none" strike="noStrike" kern="1200" cap="none" spc="0" baseline="0">
                <a:uFillTx/>
                <a:latin typeface="Fidelity Sans" pitchFamily="34"/>
                <a:ea typeface="Calibri" pitchFamily="34"/>
              </a:rPr>
              <a:t>6%</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000" i="0" u="none" strike="noStrike" kern="1200" cap="none" spc="0" baseline="0">
              <a:uFillTx/>
              <a:latin typeface="Fidelity Sans" pitchFamily="34"/>
              <a:ea typeface="Calibri" pitchFamily="34"/>
            </a:endParaRPr>
          </a:p>
        </p:txBody>
      </p:sp>
      <p:sp>
        <p:nvSpPr>
          <p:cNvPr id="15" name="Rectangle 14">
            <a:extLst>
              <a:ext uri="{FF2B5EF4-FFF2-40B4-BE49-F238E27FC236}">
                <a16:creationId xmlns:a16="http://schemas.microsoft.com/office/drawing/2014/main" id="{EB8A017F-6029-FD15-F371-5750C11D2D16}"/>
              </a:ext>
            </a:extLst>
          </p:cNvPr>
          <p:cNvSpPr/>
          <p:nvPr/>
        </p:nvSpPr>
        <p:spPr>
          <a:xfrm>
            <a:off x="8708000" y="2228671"/>
            <a:ext cx="3312365" cy="1200329"/>
          </a:xfrm>
          <a:prstGeom prst="rect">
            <a:avLst/>
          </a:prstGeom>
        </p:spPr>
        <p:txBody>
          <a:bodyPr wrap="square">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b="1" i="0" u="none" strike="noStrike" kern="1200" cap="none" spc="0" baseline="0">
                <a:uFillTx/>
                <a:latin typeface="Fidelity Sans" pitchFamily="34"/>
                <a:ea typeface="Calibri" pitchFamily="34"/>
              </a:rPr>
              <a:t>Deep web</a:t>
            </a:r>
            <a:br>
              <a:rPr lang="en-US" i="0" u="none" strike="noStrike" kern="1200" cap="none" spc="0" baseline="0">
                <a:uFillTx/>
                <a:latin typeface="Fidelity Sans" pitchFamily="34"/>
                <a:ea typeface="Calibri" pitchFamily="34"/>
              </a:rPr>
            </a:br>
            <a:r>
              <a:rPr lang="en-US" i="0" u="none" strike="noStrike" kern="1200" cap="none" spc="0" baseline="0">
                <a:uFillTx/>
                <a:latin typeface="Fidelity Sans" pitchFamily="34"/>
                <a:ea typeface="Calibri" pitchFamily="34"/>
              </a:rPr>
              <a:t>Content not indexed by search engines. Such as those behind a login</a:t>
            </a:r>
          </a:p>
        </p:txBody>
      </p:sp>
      <p:sp>
        <p:nvSpPr>
          <p:cNvPr id="16" name="Rectangle 15">
            <a:extLst>
              <a:ext uri="{FF2B5EF4-FFF2-40B4-BE49-F238E27FC236}">
                <a16:creationId xmlns:a16="http://schemas.microsoft.com/office/drawing/2014/main" id="{013B8E61-C26E-05A2-6174-C289D488CC8D}"/>
              </a:ext>
            </a:extLst>
          </p:cNvPr>
          <p:cNvSpPr/>
          <p:nvPr/>
        </p:nvSpPr>
        <p:spPr>
          <a:xfrm>
            <a:off x="8758533" y="4587152"/>
            <a:ext cx="3312365" cy="1200329"/>
          </a:xfrm>
          <a:prstGeom prst="rect">
            <a:avLst/>
          </a:prstGeom>
        </p:spPr>
        <p:txBody>
          <a:bodyPr wrap="square">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b="1" i="0" u="none" strike="noStrike" kern="1200" cap="none" spc="0" baseline="0">
                <a:uFillTx/>
                <a:latin typeface="Fidelity Sans" pitchFamily="34"/>
                <a:ea typeface="Calibri" pitchFamily="34"/>
              </a:rPr>
              <a:t>Dark web</a:t>
            </a:r>
            <a:br>
              <a:rPr lang="en-US" i="0" u="none" strike="noStrike" kern="1200" cap="none" spc="0" baseline="0">
                <a:uFillTx/>
                <a:latin typeface="Fidelity Sans" pitchFamily="34"/>
                <a:ea typeface="Calibri" pitchFamily="34"/>
              </a:rPr>
            </a:br>
            <a:r>
              <a:rPr lang="en-US" i="0" u="none" strike="noStrike" kern="1200" cap="none" spc="0" baseline="0">
                <a:uFillTx/>
                <a:latin typeface="Fidelity Sans" pitchFamily="34"/>
                <a:ea typeface="Calibri" pitchFamily="34"/>
              </a:rPr>
              <a:t>Content only accessible via special encrypted browser (like Tor)</a:t>
            </a:r>
          </a:p>
        </p:txBody>
      </p:sp>
    </p:spTree>
    <p:extLst>
      <p:ext uri="{BB962C8B-B14F-4D97-AF65-F5344CB8AC3E}">
        <p14:creationId xmlns:p14="http://schemas.microsoft.com/office/powerpoint/2010/main" val="4031128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73F1D0C-AB9C-20AD-7159-1F1756A15C10}"/>
              </a:ext>
            </a:extLst>
          </p:cNvPr>
          <p:cNvSpPr>
            <a:spLocks noGrp="1"/>
          </p:cNvSpPr>
          <p:nvPr>
            <p:ph type="title"/>
          </p:nvPr>
        </p:nvSpPr>
        <p:spPr>
          <a:xfrm>
            <a:off x="831625" y="2676477"/>
            <a:ext cx="3105135" cy="1593542"/>
          </a:xfrm>
        </p:spPr>
        <p:txBody>
          <a:bodyPr/>
          <a:lstStyle/>
          <a:p>
            <a:r>
              <a:rPr lang="en-US" sz="3600" b="1">
                <a:solidFill>
                  <a:schemeClr val="tx1"/>
                </a:solidFill>
                <a:latin typeface="Fidelity Sans" panose="020B0503030202020204" pitchFamily="34" charset="0"/>
              </a:rPr>
              <a:t>How does Tor work?</a:t>
            </a:r>
          </a:p>
        </p:txBody>
      </p:sp>
      <p:pic>
        <p:nvPicPr>
          <p:cNvPr id="1030" name="Picture 6">
            <a:extLst>
              <a:ext uri="{FF2B5EF4-FFF2-40B4-BE49-F238E27FC236}">
                <a16:creationId xmlns:a16="http://schemas.microsoft.com/office/drawing/2014/main" id="{7643AA98-8C10-11AB-068F-6E62425F91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0879" y="364375"/>
            <a:ext cx="6633257" cy="301519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CDEA78CD-BC7C-458C-F619-D2B81247FC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0879" y="3473248"/>
            <a:ext cx="6633257" cy="30203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8388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28D521AB-2295-4BF2-C74B-02B4390B1BB9}"/>
              </a:ext>
            </a:extLst>
          </p:cNvPr>
          <p:cNvSpPr txBox="1"/>
          <p:nvPr/>
        </p:nvSpPr>
        <p:spPr>
          <a:xfrm>
            <a:off x="84667" y="4572000"/>
            <a:ext cx="8019457" cy="2185851"/>
          </a:xfrm>
          <a:prstGeom prst="rect">
            <a:avLst/>
          </a:prstGeom>
          <a:solidFill>
            <a:srgbClr val="FF6600"/>
          </a:solidFill>
        </p:spPr>
        <p:txBody>
          <a:bodyPr wrap="square" rtlCol="0">
            <a:spAutoFit/>
          </a:bodyPr>
          <a:lstStyle/>
          <a:p>
            <a:endParaRPr lang="en-IE" dirty="0"/>
          </a:p>
        </p:txBody>
      </p:sp>
      <p:sp>
        <p:nvSpPr>
          <p:cNvPr id="9" name="TextBox 8">
            <a:extLst>
              <a:ext uri="{FF2B5EF4-FFF2-40B4-BE49-F238E27FC236}">
                <a16:creationId xmlns:a16="http://schemas.microsoft.com/office/drawing/2014/main" id="{1F590164-A580-ECC7-E6EC-FDBFDF811636}"/>
              </a:ext>
            </a:extLst>
          </p:cNvPr>
          <p:cNvSpPr txBox="1"/>
          <p:nvPr/>
        </p:nvSpPr>
        <p:spPr>
          <a:xfrm>
            <a:off x="8142514" y="3508884"/>
            <a:ext cx="3884023" cy="3259183"/>
          </a:xfrm>
          <a:prstGeom prst="rect">
            <a:avLst/>
          </a:prstGeom>
          <a:solidFill>
            <a:schemeClr val="accent2">
              <a:lumMod val="60000"/>
              <a:lumOff val="40000"/>
            </a:schemeClr>
          </a:solidFill>
        </p:spPr>
        <p:txBody>
          <a:bodyPr wrap="square" rtlCol="0">
            <a:spAutoFit/>
          </a:bodyPr>
          <a:lstStyle/>
          <a:p>
            <a:endParaRPr lang="en-IE" dirty="0"/>
          </a:p>
        </p:txBody>
      </p:sp>
      <p:sp>
        <p:nvSpPr>
          <p:cNvPr id="7" name="TextBox 6">
            <a:extLst>
              <a:ext uri="{FF2B5EF4-FFF2-40B4-BE49-F238E27FC236}">
                <a16:creationId xmlns:a16="http://schemas.microsoft.com/office/drawing/2014/main" id="{A3F4FCD1-EDB1-DAEE-BBD8-CD5366F827F3}"/>
              </a:ext>
            </a:extLst>
          </p:cNvPr>
          <p:cNvSpPr txBox="1"/>
          <p:nvPr/>
        </p:nvSpPr>
        <p:spPr>
          <a:xfrm>
            <a:off x="4563291" y="330926"/>
            <a:ext cx="7463246" cy="1750423"/>
          </a:xfrm>
          <a:prstGeom prst="rect">
            <a:avLst/>
          </a:prstGeom>
          <a:solidFill>
            <a:schemeClr val="accent1">
              <a:lumMod val="60000"/>
              <a:lumOff val="40000"/>
            </a:schemeClr>
          </a:solidFill>
        </p:spPr>
        <p:txBody>
          <a:bodyPr wrap="square" rtlCol="0">
            <a:spAutoFit/>
          </a:bodyPr>
          <a:lstStyle/>
          <a:p>
            <a:endParaRPr lang="en-IE" dirty="0"/>
          </a:p>
        </p:txBody>
      </p:sp>
      <p:sp>
        <p:nvSpPr>
          <p:cNvPr id="2" name="TextBox 1">
            <a:extLst>
              <a:ext uri="{FF2B5EF4-FFF2-40B4-BE49-F238E27FC236}">
                <a16:creationId xmlns:a16="http://schemas.microsoft.com/office/drawing/2014/main" id="{058557AA-A103-89E9-D37D-3A050E11CFE6}"/>
              </a:ext>
            </a:extLst>
          </p:cNvPr>
          <p:cNvSpPr txBox="1"/>
          <p:nvPr/>
        </p:nvSpPr>
        <p:spPr>
          <a:xfrm>
            <a:off x="84667" y="201432"/>
            <a:ext cx="3573771" cy="3919230"/>
          </a:xfrm>
          <a:prstGeom prst="rect">
            <a:avLst/>
          </a:prstGeom>
          <a:solidFill>
            <a:srgbClr val="00843D"/>
          </a:solidFill>
        </p:spPr>
        <p:txBody>
          <a:bodyPr wrap="square" rtlCol="0">
            <a:spAutoFit/>
          </a:bodyPr>
          <a:lstStyle/>
          <a:p>
            <a:endParaRPr lang="en-IE"/>
          </a:p>
        </p:txBody>
      </p:sp>
      <p:pic>
        <p:nvPicPr>
          <p:cNvPr id="4" name="Picture 3">
            <a:extLst>
              <a:ext uri="{FF2B5EF4-FFF2-40B4-BE49-F238E27FC236}">
                <a16:creationId xmlns:a16="http://schemas.microsoft.com/office/drawing/2014/main" id="{89A6A754-6135-F4D0-71AF-CB528A68DDA2}"/>
              </a:ext>
            </a:extLst>
          </p:cNvPr>
          <p:cNvPicPr>
            <a:picLocks noChangeAspect="1"/>
          </p:cNvPicPr>
          <p:nvPr/>
        </p:nvPicPr>
        <p:blipFill>
          <a:blip r:embed="rId3"/>
          <a:stretch>
            <a:fillRect/>
          </a:stretch>
        </p:blipFill>
        <p:spPr>
          <a:xfrm>
            <a:off x="299764" y="415471"/>
            <a:ext cx="3135108" cy="34996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itle 1">
            <a:extLst>
              <a:ext uri="{FF2B5EF4-FFF2-40B4-BE49-F238E27FC236}">
                <a16:creationId xmlns:a16="http://schemas.microsoft.com/office/drawing/2014/main" id="{D51C6515-F0F3-B412-14ED-A6E88B07E7BA}"/>
              </a:ext>
            </a:extLst>
          </p:cNvPr>
          <p:cNvSpPr txBox="1">
            <a:spLocks/>
          </p:cNvSpPr>
          <p:nvPr/>
        </p:nvSpPr>
        <p:spPr>
          <a:xfrm>
            <a:off x="5254504" y="2890509"/>
            <a:ext cx="2639469" cy="848475"/>
          </a:xfrm>
          <a:prstGeom prst="rect">
            <a:avLst/>
          </a:prstGeom>
          <a:noFill/>
          <a:ln>
            <a:noFill/>
          </a:ln>
        </p:spPr>
        <p:txBody>
          <a:bodyPr vert="horz" wrap="square" lIns="91440" tIns="45720" rIns="91440" bIns="45720" rtlCol="0" anchor="t" anchorCtr="0" compatLnSpc="1">
            <a:noAutofit/>
          </a:bodyPr>
          <a:lstStyle>
            <a:lvl1pPr marL="0" marR="0" lvl="0" indent="0" algn="l" defTabSz="914400" rtl="0" fontAlgn="auto" hangingPunct="1">
              <a:lnSpc>
                <a:spcPct val="90000"/>
              </a:lnSpc>
              <a:spcBef>
                <a:spcPts val="0"/>
              </a:spcBef>
              <a:spcAft>
                <a:spcPts val="0"/>
              </a:spcAft>
              <a:buNone/>
              <a:tabLst/>
              <a:defRPr lang="en-US" sz="2667" b="0" i="0" u="none" strike="noStrike" kern="1200" cap="none" spc="0" baseline="0" dirty="0">
                <a:solidFill>
                  <a:srgbClr val="4D4D4D"/>
                </a:solidFill>
                <a:uFillTx/>
                <a:latin typeface="Calibri Light"/>
              </a:defRPr>
            </a:lvl1pPr>
          </a:lstStyle>
          <a:p>
            <a:endParaRPr lang="en-US" sz="2400" b="1" dirty="0">
              <a:solidFill>
                <a:schemeClr val="tx1"/>
              </a:solidFill>
              <a:latin typeface="Fidelity Sans"/>
            </a:endParaRPr>
          </a:p>
        </p:txBody>
      </p:sp>
      <p:sp>
        <p:nvSpPr>
          <p:cNvPr id="3" name="Wave 2">
            <a:extLst>
              <a:ext uri="{FF2B5EF4-FFF2-40B4-BE49-F238E27FC236}">
                <a16:creationId xmlns:a16="http://schemas.microsoft.com/office/drawing/2014/main" id="{F9ABA51D-D18E-C2CD-1E33-61E702E7F5FB}"/>
              </a:ext>
            </a:extLst>
          </p:cNvPr>
          <p:cNvSpPr/>
          <p:nvPr/>
        </p:nvSpPr>
        <p:spPr>
          <a:xfrm>
            <a:off x="4049487" y="2523307"/>
            <a:ext cx="3666308" cy="1811383"/>
          </a:xfrm>
          <a:prstGeom prst="wav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Fidelity Sans"/>
              </a:rPr>
              <a:t>Legitimate uses of the Dark Web</a:t>
            </a:r>
          </a:p>
          <a:p>
            <a:pPr algn="ctr"/>
            <a:endParaRPr lang="en-IE" dirty="0"/>
          </a:p>
        </p:txBody>
      </p:sp>
      <p:sp>
        <p:nvSpPr>
          <p:cNvPr id="6" name="TextBox 5">
            <a:extLst>
              <a:ext uri="{FF2B5EF4-FFF2-40B4-BE49-F238E27FC236}">
                <a16:creationId xmlns:a16="http://schemas.microsoft.com/office/drawing/2014/main" id="{95E97348-D2BE-6F08-3ED4-EE9DD0413C60}"/>
              </a:ext>
            </a:extLst>
          </p:cNvPr>
          <p:cNvSpPr txBox="1"/>
          <p:nvPr/>
        </p:nvSpPr>
        <p:spPr>
          <a:xfrm>
            <a:off x="7032421" y="464345"/>
            <a:ext cx="4850675" cy="1477328"/>
          </a:xfrm>
          <a:prstGeom prst="rect">
            <a:avLst/>
          </a:prstGeom>
          <a:solidFill>
            <a:schemeClr val="bg1">
              <a:lumMod val="95000"/>
            </a:schemeClr>
          </a:solidFill>
        </p:spPr>
        <p:txBody>
          <a:bodyPr wrap="square" rtlCol="0">
            <a:spAutoFit/>
          </a:bodyPr>
          <a:lstStyle/>
          <a:p>
            <a:pPr algn="l"/>
            <a:r>
              <a:rPr lang="en-IE" b="1" i="0" dirty="0">
                <a:solidFill>
                  <a:srgbClr val="333333"/>
                </a:solidFill>
                <a:effectLst/>
                <a:latin typeface="Roboto" panose="02000000000000000000" pitchFamily="2" charset="0"/>
              </a:rPr>
              <a:t>Circumvent Government Censorship: </a:t>
            </a:r>
          </a:p>
          <a:p>
            <a:pPr algn="l"/>
            <a:r>
              <a:rPr lang="en-IE" b="0" i="0" dirty="0">
                <a:solidFill>
                  <a:srgbClr val="333333"/>
                </a:solidFill>
                <a:effectLst/>
                <a:latin typeface="Roboto" panose="02000000000000000000" pitchFamily="2" charset="0"/>
              </a:rPr>
              <a:t>useful for citizens in countries with authoritarian governments to bypass internet restrictions put in place by their government.</a:t>
            </a:r>
            <a:endParaRPr lang="en-IE" b="1" i="0" dirty="0">
              <a:solidFill>
                <a:srgbClr val="333333"/>
              </a:solidFill>
              <a:effectLst/>
              <a:latin typeface="Roboto" panose="02000000000000000000" pitchFamily="2" charset="0"/>
            </a:endParaRPr>
          </a:p>
          <a:p>
            <a:pPr algn="l"/>
            <a:endParaRPr lang="en-IE" b="1" i="0" dirty="0">
              <a:solidFill>
                <a:srgbClr val="333333"/>
              </a:solidFill>
              <a:effectLst/>
              <a:latin typeface="Roboto" panose="02000000000000000000" pitchFamily="2" charset="0"/>
            </a:endParaRPr>
          </a:p>
        </p:txBody>
      </p:sp>
      <p:pic>
        <p:nvPicPr>
          <p:cNvPr id="1026" name="Picture 2" descr="Anonymous - Free of Charge Creative Commons Wooden Tile image">
            <a:extLst>
              <a:ext uri="{FF2B5EF4-FFF2-40B4-BE49-F238E27FC236}">
                <a16:creationId xmlns:a16="http://schemas.microsoft.com/office/drawing/2014/main" id="{63B92343-E6FF-936E-8FCB-766E81E740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3111" y="464345"/>
            <a:ext cx="2293859" cy="152645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oyalty-free radio wave photos free download | Pxfuel">
            <a:extLst>
              <a:ext uri="{FF2B5EF4-FFF2-40B4-BE49-F238E27FC236}">
                <a16:creationId xmlns:a16="http://schemas.microsoft.com/office/drawing/2014/main" id="{E607EBDF-A68A-5DAC-7CF3-E398F064E7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14831" y="3652926"/>
            <a:ext cx="2495550" cy="18288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0830AC1-6A97-FA9E-E4FD-0ACB397BBE89}"/>
              </a:ext>
            </a:extLst>
          </p:cNvPr>
          <p:cNvSpPr txBox="1"/>
          <p:nvPr/>
        </p:nvSpPr>
        <p:spPr>
          <a:xfrm>
            <a:off x="8372206" y="5625767"/>
            <a:ext cx="3573771" cy="923330"/>
          </a:xfrm>
          <a:prstGeom prst="rect">
            <a:avLst/>
          </a:prstGeom>
          <a:noFill/>
        </p:spPr>
        <p:txBody>
          <a:bodyPr wrap="square" rtlCol="0">
            <a:spAutoFit/>
          </a:bodyPr>
          <a:lstStyle/>
          <a:p>
            <a:r>
              <a:rPr lang="en-IE" b="0" i="0" dirty="0">
                <a:solidFill>
                  <a:srgbClr val="333333"/>
                </a:solidFill>
                <a:effectLst/>
                <a:latin typeface="Roboto" panose="02000000000000000000" pitchFamily="2" charset="0"/>
              </a:rPr>
              <a:t>A number of radio sites live on the dark web where you can select the station of your choice.</a:t>
            </a:r>
            <a:endParaRPr lang="en-IE" dirty="0"/>
          </a:p>
        </p:txBody>
      </p:sp>
      <p:pic>
        <p:nvPicPr>
          <p:cNvPr id="1032" name="Picture 8" descr="C I A - Free of Charge Creative Commons Green Highway sign image">
            <a:extLst>
              <a:ext uri="{FF2B5EF4-FFF2-40B4-BE49-F238E27FC236}">
                <a16:creationId xmlns:a16="http://schemas.microsoft.com/office/drawing/2014/main" id="{F1D7532A-9EB6-5F99-54A5-AAE45D7A00E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9764" y="4737457"/>
            <a:ext cx="2619375" cy="191564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70970706-0AD8-F15E-93BB-04B469869EDA}"/>
              </a:ext>
            </a:extLst>
          </p:cNvPr>
          <p:cNvSpPr txBox="1"/>
          <p:nvPr/>
        </p:nvSpPr>
        <p:spPr>
          <a:xfrm>
            <a:off x="2919139" y="4737456"/>
            <a:ext cx="4958306" cy="2308324"/>
          </a:xfrm>
          <a:prstGeom prst="rect">
            <a:avLst/>
          </a:prstGeom>
          <a:noFill/>
        </p:spPr>
        <p:txBody>
          <a:bodyPr wrap="square" rtlCol="0">
            <a:spAutoFit/>
          </a:bodyPr>
          <a:lstStyle/>
          <a:p>
            <a:r>
              <a:rPr lang="en-IE" b="1" i="0" dirty="0">
                <a:solidFill>
                  <a:srgbClr val="333333"/>
                </a:solidFill>
                <a:effectLst/>
                <a:latin typeface="Roboto" panose="02000000000000000000" pitchFamily="2" charset="0"/>
              </a:rPr>
              <a:t>Contact the CIA Anonymously</a:t>
            </a:r>
          </a:p>
          <a:p>
            <a:r>
              <a:rPr lang="en-IE" b="0" i="0" dirty="0">
                <a:solidFill>
                  <a:srgbClr val="333333"/>
                </a:solidFill>
                <a:effectLst/>
                <a:latin typeface="Roboto" panose="02000000000000000000" pitchFamily="2" charset="0"/>
              </a:rPr>
              <a:t>In 2019, the CIA launched its official presence on the dark web. While the dark web may seem like an unlikely place for a government agency to be present, the website is aimed at people who want to contact the CIA but are concerned about being tracked.</a:t>
            </a:r>
            <a:endParaRPr lang="en-IE" b="1" i="0" dirty="0">
              <a:solidFill>
                <a:srgbClr val="333333"/>
              </a:solidFill>
              <a:effectLst/>
              <a:latin typeface="Roboto" panose="02000000000000000000" pitchFamily="2" charset="0"/>
            </a:endParaRPr>
          </a:p>
          <a:p>
            <a:endParaRPr lang="en-IE" dirty="0"/>
          </a:p>
        </p:txBody>
      </p:sp>
    </p:spTree>
    <p:extLst>
      <p:ext uri="{BB962C8B-B14F-4D97-AF65-F5344CB8AC3E}">
        <p14:creationId xmlns:p14="http://schemas.microsoft.com/office/powerpoint/2010/main" val="646255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AF06EB-CBFD-94A4-FC8E-A58856030F8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1441"/>
          <a:stretch/>
        </p:blipFill>
        <p:spPr bwMode="auto">
          <a:xfrm>
            <a:off x="0" y="214137"/>
            <a:ext cx="8705850" cy="393221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27D2CFC0-9FA0-BBFA-EBE9-98F36F7BDFA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19113"/>
          <a:stretch/>
        </p:blipFill>
        <p:spPr bwMode="auto">
          <a:xfrm>
            <a:off x="6445188" y="2718841"/>
            <a:ext cx="5575178" cy="4078155"/>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841F45C8-F7F6-7B28-D3AB-647753EEBEA3}"/>
              </a:ext>
            </a:extLst>
          </p:cNvPr>
          <p:cNvSpPr txBox="1">
            <a:spLocks/>
          </p:cNvSpPr>
          <p:nvPr/>
        </p:nvSpPr>
        <p:spPr>
          <a:xfrm>
            <a:off x="78324" y="4901613"/>
            <a:ext cx="5845853" cy="1593542"/>
          </a:xfrm>
          <a:prstGeom prst="rect">
            <a:avLst/>
          </a:prstGeom>
          <a:noFill/>
          <a:ln>
            <a:noFill/>
          </a:ln>
        </p:spPr>
        <p:txBody>
          <a:bodyPr vert="horz" wrap="square" lIns="91440" tIns="45720" rIns="91440" bIns="45720" rtlCol="0" anchor="t" anchorCtr="0" compatLnSpc="1">
            <a:noAutofit/>
          </a:bodyPr>
          <a:lstStyle>
            <a:lvl1pPr marL="0" marR="0" lvl="0" indent="0" algn="l" defTabSz="914400" rtl="0" fontAlgn="auto" hangingPunct="1">
              <a:lnSpc>
                <a:spcPct val="90000"/>
              </a:lnSpc>
              <a:spcBef>
                <a:spcPts val="0"/>
              </a:spcBef>
              <a:spcAft>
                <a:spcPts val="0"/>
              </a:spcAft>
              <a:buNone/>
              <a:tabLst/>
              <a:defRPr lang="en-US" sz="2667" b="0" i="0" u="none" strike="noStrike" kern="1200" cap="none" spc="0" baseline="0" dirty="0">
                <a:solidFill>
                  <a:srgbClr val="4D4D4D"/>
                </a:solidFill>
                <a:uFillTx/>
                <a:latin typeface="Calibri Light"/>
              </a:defRPr>
            </a:lvl1pPr>
          </a:lstStyle>
          <a:p>
            <a:r>
              <a:rPr lang="en-US" sz="3600" b="1">
                <a:solidFill>
                  <a:schemeClr val="tx1"/>
                </a:solidFill>
                <a:latin typeface="Fidelity Sans" panose="020B0503030202020204" pitchFamily="34" charset="0"/>
              </a:rPr>
              <a:t>Deep and Dark Web forums and marketplaces</a:t>
            </a:r>
          </a:p>
        </p:txBody>
      </p:sp>
    </p:spTree>
    <p:extLst>
      <p:ext uri="{BB962C8B-B14F-4D97-AF65-F5344CB8AC3E}">
        <p14:creationId xmlns:p14="http://schemas.microsoft.com/office/powerpoint/2010/main" val="4215192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B43CACE5-5C62-45AB-A45A-0F7B31144009}"/>
              </a:ext>
              <a:ext uri="{C183D7F6-B498-43B3-948B-1728B52AA6E4}">
                <adec:decorative xmlns:adec="http://schemas.microsoft.com/office/drawing/2017/decorative" val="1"/>
              </a:ext>
            </a:extLst>
          </p:cNvPr>
          <p:cNvCxnSpPr>
            <a:cxnSpLocks/>
          </p:cNvCxnSpPr>
          <p:nvPr/>
        </p:nvCxnSpPr>
        <p:spPr bwMode="auto">
          <a:xfrm>
            <a:off x="842226" y="5521291"/>
            <a:ext cx="801936" cy="0"/>
          </a:xfrm>
          <a:prstGeom prst="line">
            <a:avLst/>
          </a:prstGeom>
          <a:ln w="38100" cmpd="sng">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102BE4-6B97-45AB-9CB7-245D1AB93FF3}"/>
              </a:ext>
              <a:ext uri="{C183D7F6-B498-43B3-948B-1728B52AA6E4}">
                <adec:decorative xmlns:adec="http://schemas.microsoft.com/office/drawing/2017/decorative" val="1"/>
              </a:ext>
            </a:extLst>
          </p:cNvPr>
          <p:cNvCxnSpPr>
            <a:cxnSpLocks/>
          </p:cNvCxnSpPr>
          <p:nvPr/>
        </p:nvCxnSpPr>
        <p:spPr bwMode="auto">
          <a:xfrm>
            <a:off x="3669157" y="5521431"/>
            <a:ext cx="753797" cy="0"/>
          </a:xfrm>
          <a:prstGeom prst="line">
            <a:avLst/>
          </a:prstGeom>
          <a:ln w="3810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F49AC87-398A-494A-B135-A257CA6837DC}"/>
              </a:ext>
              <a:ext uri="{C183D7F6-B498-43B3-948B-1728B52AA6E4}">
                <adec:decorative xmlns:adec="http://schemas.microsoft.com/office/drawing/2017/decorative" val="1"/>
              </a:ext>
            </a:extLst>
          </p:cNvPr>
          <p:cNvCxnSpPr>
            <a:cxnSpLocks/>
          </p:cNvCxnSpPr>
          <p:nvPr/>
        </p:nvCxnSpPr>
        <p:spPr bwMode="auto">
          <a:xfrm>
            <a:off x="6695716" y="5522593"/>
            <a:ext cx="753797" cy="0"/>
          </a:xfrm>
          <a:prstGeom prst="line">
            <a:avLst/>
          </a:prstGeom>
          <a:ln w="38100" cmpd="sng">
            <a:solidFill>
              <a:schemeClr val="accent3"/>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AD10EE5B-326A-406A-839C-5B8B01B415B5}"/>
              </a:ext>
              <a:ext uri="{C183D7F6-B498-43B3-948B-1728B52AA6E4}">
                <adec:decorative xmlns:adec="http://schemas.microsoft.com/office/drawing/2017/decorative" val="1"/>
              </a:ext>
            </a:extLst>
          </p:cNvPr>
          <p:cNvCxnSpPr>
            <a:cxnSpLocks/>
          </p:cNvCxnSpPr>
          <p:nvPr/>
        </p:nvCxnSpPr>
        <p:spPr bwMode="auto">
          <a:xfrm>
            <a:off x="9560284" y="5521291"/>
            <a:ext cx="753797" cy="0"/>
          </a:xfrm>
          <a:prstGeom prst="line">
            <a:avLst/>
          </a:prstGeom>
          <a:ln w="38100" cmpd="sng">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302EB319-CDD3-4ED2-80A5-021DCA78BE21}"/>
              </a:ext>
              <a:ext uri="{C183D7F6-B498-43B3-948B-1728B52AA6E4}">
                <adec:decorative xmlns:adec="http://schemas.microsoft.com/office/drawing/2017/decorative" val="1"/>
              </a:ext>
            </a:extLst>
          </p:cNvPr>
          <p:cNvCxnSpPr>
            <a:cxnSpLocks/>
          </p:cNvCxnSpPr>
          <p:nvPr/>
        </p:nvCxnSpPr>
        <p:spPr>
          <a:xfrm>
            <a:off x="86209" y="1898707"/>
            <a:ext cx="12019582" cy="0"/>
          </a:xfrm>
          <a:prstGeom prst="line">
            <a:avLst/>
          </a:prstGeom>
          <a:ln w="2857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4D1E3E6-07BB-4D34-973F-35CCA2968BD9}"/>
              </a:ext>
            </a:extLst>
          </p:cNvPr>
          <p:cNvSpPr>
            <a:spLocks noGrp="1"/>
          </p:cNvSpPr>
          <p:nvPr>
            <p:ph type="title"/>
          </p:nvPr>
        </p:nvSpPr>
        <p:spPr/>
        <p:txBody>
          <a:bodyPr/>
          <a:lstStyle/>
          <a:p>
            <a:r>
              <a:rPr lang="en-US" b="1">
                <a:latin typeface="Fidelity Sans" panose="020B0503030202020204" pitchFamily="34" charset="0"/>
              </a:rPr>
              <a:t>Module Recap</a:t>
            </a:r>
          </a:p>
        </p:txBody>
      </p:sp>
      <p:grpSp>
        <p:nvGrpSpPr>
          <p:cNvPr id="25" name="Group 24" descr="green circular shape">
            <a:extLst>
              <a:ext uri="{FF2B5EF4-FFF2-40B4-BE49-F238E27FC236}">
                <a16:creationId xmlns:a16="http://schemas.microsoft.com/office/drawing/2014/main" id="{0448862D-227F-40A6-94F9-CC36E150B4CA}"/>
              </a:ext>
            </a:extLst>
          </p:cNvPr>
          <p:cNvGrpSpPr/>
          <p:nvPr/>
        </p:nvGrpSpPr>
        <p:grpSpPr>
          <a:xfrm>
            <a:off x="842226" y="1399885"/>
            <a:ext cx="1147694" cy="1078800"/>
            <a:chOff x="782476" y="1534782"/>
            <a:chExt cx="809100" cy="809100"/>
          </a:xfrm>
        </p:grpSpPr>
        <p:sp>
          <p:nvSpPr>
            <p:cNvPr id="19" name="Oval 18">
              <a:extLst>
                <a:ext uri="{FF2B5EF4-FFF2-40B4-BE49-F238E27FC236}">
                  <a16:creationId xmlns:a16="http://schemas.microsoft.com/office/drawing/2014/main" id="{08793BE8-6E12-4F47-B93F-BF90E76A5D7D}"/>
                </a:ext>
              </a:extLst>
            </p:cNvPr>
            <p:cNvSpPr/>
            <p:nvPr/>
          </p:nvSpPr>
          <p:spPr>
            <a:xfrm>
              <a:off x="782476" y="1534782"/>
              <a:ext cx="809100" cy="809100"/>
            </a:xfrm>
            <a:prstGeom prst="ellipse">
              <a:avLst/>
            </a:prstGeom>
            <a:solidFill>
              <a:schemeClr val="tx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Arial" panose="020B0604020202020204" pitchFamily="34" charset="0"/>
              </a:endParaRPr>
            </a:p>
          </p:txBody>
        </p:sp>
        <p:pic>
          <p:nvPicPr>
            <p:cNvPr id="24" name="Graphic 23" descr="destination marker icon">
              <a:extLst>
                <a:ext uri="{FF2B5EF4-FFF2-40B4-BE49-F238E27FC236}">
                  <a16:creationId xmlns:a16="http://schemas.microsoft.com/office/drawing/2014/main" id="{DEC236ED-AFAF-41BC-96E7-4DF283ADEE1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7951" y="1646176"/>
              <a:ext cx="438150" cy="571500"/>
            </a:xfrm>
            <a:prstGeom prst="rect">
              <a:avLst/>
            </a:prstGeom>
          </p:spPr>
        </p:pic>
      </p:grpSp>
      <p:sp>
        <p:nvSpPr>
          <p:cNvPr id="28" name="Oval 27">
            <a:extLst>
              <a:ext uri="{FF2B5EF4-FFF2-40B4-BE49-F238E27FC236}">
                <a16:creationId xmlns:a16="http://schemas.microsoft.com/office/drawing/2014/main" id="{BDFF0A9F-2AED-4021-A2F7-7E4316DCE913}"/>
              </a:ext>
            </a:extLst>
          </p:cNvPr>
          <p:cNvSpPr/>
          <p:nvPr/>
        </p:nvSpPr>
        <p:spPr>
          <a:xfrm>
            <a:off x="3669157" y="1343705"/>
            <a:ext cx="1078800" cy="1078800"/>
          </a:xfrm>
          <a:prstGeom prst="ellipse">
            <a:avLst/>
          </a:prstGeom>
          <a:solidFill>
            <a:srgbClr val="00843D"/>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Arial" panose="020B0604020202020204" pitchFamily="34" charset="0"/>
            </a:endParaRPr>
          </a:p>
        </p:txBody>
      </p:sp>
      <p:grpSp>
        <p:nvGrpSpPr>
          <p:cNvPr id="30" name="Group 29" descr="navy blue circular shape">
            <a:extLst>
              <a:ext uri="{FF2B5EF4-FFF2-40B4-BE49-F238E27FC236}">
                <a16:creationId xmlns:a16="http://schemas.microsoft.com/office/drawing/2014/main" id="{8428E709-9FBC-405A-8F77-BB73618903AB}"/>
              </a:ext>
            </a:extLst>
          </p:cNvPr>
          <p:cNvGrpSpPr/>
          <p:nvPr/>
        </p:nvGrpSpPr>
        <p:grpSpPr>
          <a:xfrm>
            <a:off x="6533470" y="1329239"/>
            <a:ext cx="1078800" cy="1078800"/>
            <a:chOff x="782476" y="1534782"/>
            <a:chExt cx="809100" cy="809100"/>
          </a:xfrm>
        </p:grpSpPr>
        <p:sp>
          <p:nvSpPr>
            <p:cNvPr id="31" name="Oval 30">
              <a:extLst>
                <a:ext uri="{FF2B5EF4-FFF2-40B4-BE49-F238E27FC236}">
                  <a16:creationId xmlns:a16="http://schemas.microsoft.com/office/drawing/2014/main" id="{C134EBE0-8413-4336-98D5-8997925FA047}"/>
                </a:ext>
              </a:extLst>
            </p:cNvPr>
            <p:cNvSpPr/>
            <p:nvPr/>
          </p:nvSpPr>
          <p:spPr>
            <a:xfrm>
              <a:off x="782476" y="1534782"/>
              <a:ext cx="809100" cy="809100"/>
            </a:xfrm>
            <a:prstGeom prst="ellipse">
              <a:avLst/>
            </a:prstGeom>
            <a:solidFill>
              <a:schemeClr val="accent3"/>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Arial" panose="020B0604020202020204" pitchFamily="34" charset="0"/>
              </a:endParaRPr>
            </a:p>
          </p:txBody>
        </p:sp>
        <p:pic>
          <p:nvPicPr>
            <p:cNvPr id="32" name="Graphic 31" descr="destination marker icon">
              <a:extLst>
                <a:ext uri="{FF2B5EF4-FFF2-40B4-BE49-F238E27FC236}">
                  <a16:creationId xmlns:a16="http://schemas.microsoft.com/office/drawing/2014/main" id="{200AB4E3-A50D-43EF-BC70-22A7785606F0}"/>
                </a:ext>
              </a:extLst>
            </p:cNvPr>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967951" y="1646176"/>
              <a:ext cx="438150" cy="571500"/>
            </a:xfrm>
            <a:prstGeom prst="rect">
              <a:avLst/>
            </a:prstGeom>
          </p:spPr>
        </p:pic>
      </p:grpSp>
      <p:grpSp>
        <p:nvGrpSpPr>
          <p:cNvPr id="33" name="Group 32" descr="light blue circular shape">
            <a:extLst>
              <a:ext uri="{FF2B5EF4-FFF2-40B4-BE49-F238E27FC236}">
                <a16:creationId xmlns:a16="http://schemas.microsoft.com/office/drawing/2014/main" id="{A993D17B-2EE3-417E-B88E-36CBB4A49148}"/>
              </a:ext>
            </a:extLst>
          </p:cNvPr>
          <p:cNvGrpSpPr/>
          <p:nvPr/>
        </p:nvGrpSpPr>
        <p:grpSpPr>
          <a:xfrm>
            <a:off x="9397783" y="1351008"/>
            <a:ext cx="1078800" cy="1078800"/>
            <a:chOff x="782476" y="1534782"/>
            <a:chExt cx="809100" cy="809100"/>
          </a:xfrm>
        </p:grpSpPr>
        <p:sp>
          <p:nvSpPr>
            <p:cNvPr id="34" name="Oval 33">
              <a:extLst>
                <a:ext uri="{FF2B5EF4-FFF2-40B4-BE49-F238E27FC236}">
                  <a16:creationId xmlns:a16="http://schemas.microsoft.com/office/drawing/2014/main" id="{15F55820-48B3-4937-83DE-F51E8837E099}"/>
                </a:ext>
              </a:extLst>
            </p:cNvPr>
            <p:cNvSpPr/>
            <p:nvPr/>
          </p:nvSpPr>
          <p:spPr>
            <a:xfrm>
              <a:off x="782476" y="1534782"/>
              <a:ext cx="809100" cy="809100"/>
            </a:xfrm>
            <a:prstGeom prst="ellipse">
              <a:avLst/>
            </a:prstGeom>
            <a:solidFill>
              <a:schemeClr val="accent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Arial" panose="020B0604020202020204" pitchFamily="34" charset="0"/>
              </a:endParaRPr>
            </a:p>
          </p:txBody>
        </p:sp>
        <p:pic>
          <p:nvPicPr>
            <p:cNvPr id="35" name="Graphic 34" descr="destination marker icon">
              <a:extLst>
                <a:ext uri="{FF2B5EF4-FFF2-40B4-BE49-F238E27FC236}">
                  <a16:creationId xmlns:a16="http://schemas.microsoft.com/office/drawing/2014/main" id="{FB346A32-C53D-49B4-81FE-97B478A949A7}"/>
                </a:ext>
              </a:extLst>
            </p:cNvPr>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967951" y="1646176"/>
              <a:ext cx="438150" cy="571500"/>
            </a:xfrm>
            <a:prstGeom prst="rect">
              <a:avLst/>
            </a:prstGeom>
          </p:spPr>
        </p:pic>
      </p:grpSp>
      <p:sp>
        <p:nvSpPr>
          <p:cNvPr id="3" name="Slide Number Placeholder 2">
            <a:extLst>
              <a:ext uri="{FF2B5EF4-FFF2-40B4-BE49-F238E27FC236}">
                <a16:creationId xmlns:a16="http://schemas.microsoft.com/office/drawing/2014/main" id="{B4399CAC-1A9E-4966-BB70-541C5FEBF6C2}"/>
              </a:ext>
            </a:extLst>
          </p:cNvPr>
          <p:cNvSpPr>
            <a:spLocks noGrp="1"/>
          </p:cNvSpPr>
          <p:nvPr>
            <p:ph type="sldNum" sz="quarter" idx="4"/>
          </p:nvPr>
        </p:nvSpPr>
        <p:spPr/>
        <p:txBody>
          <a:bodyPr/>
          <a:lstStyle/>
          <a:p>
            <a:fld id="{0C46E731-D52C-420E-B9A6-9FE86F5B321E}" type="slidenum">
              <a:rPr lang="en-US" smtClean="0"/>
              <a:pPr/>
              <a:t>12</a:t>
            </a:fld>
            <a:endParaRPr lang="en-US"/>
          </a:p>
        </p:txBody>
      </p:sp>
      <p:sp>
        <p:nvSpPr>
          <p:cNvPr id="10" name="TextBox 2">
            <a:extLst>
              <a:ext uri="{FF2B5EF4-FFF2-40B4-BE49-F238E27FC236}">
                <a16:creationId xmlns:a16="http://schemas.microsoft.com/office/drawing/2014/main" id="{74F58306-960B-1C53-3909-7CEB62A96A1E}"/>
              </a:ext>
            </a:extLst>
          </p:cNvPr>
          <p:cNvSpPr txBox="1">
            <a:spLocks noChangeArrowheads="1"/>
          </p:cNvSpPr>
          <p:nvPr/>
        </p:nvSpPr>
        <p:spPr bwMode="auto">
          <a:xfrm>
            <a:off x="8716463" y="2625178"/>
            <a:ext cx="2515632"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algn="ctr" defTabSz="914377"/>
            <a:r>
              <a:rPr lang="en-IE" altLang="en-US">
                <a:solidFill>
                  <a:srgbClr val="323E48"/>
                </a:solidFill>
                <a:latin typeface="Fidelity Sans"/>
                <a:ea typeface="Arial Regular" charset="0"/>
              </a:rPr>
              <a:t>The Deep Web is a part of the internet not indexed by search engines. The Dark Web includes websites on the Tor network that can only be accessed by a special browser.</a:t>
            </a:r>
            <a:endParaRPr lang="en-US" altLang="en-US">
              <a:solidFill>
                <a:srgbClr val="323E48"/>
              </a:solidFill>
              <a:latin typeface="Fidelity Sans"/>
              <a:ea typeface="Arial Regular" charset="0"/>
            </a:endParaRPr>
          </a:p>
        </p:txBody>
      </p:sp>
      <p:sp>
        <p:nvSpPr>
          <p:cNvPr id="4" name="TextBox 3">
            <a:extLst>
              <a:ext uri="{FF2B5EF4-FFF2-40B4-BE49-F238E27FC236}">
                <a16:creationId xmlns:a16="http://schemas.microsoft.com/office/drawing/2014/main" id="{8B441229-DE06-4067-CF04-082EA85F56F0}"/>
              </a:ext>
            </a:extLst>
          </p:cNvPr>
          <p:cNvSpPr txBox="1"/>
          <p:nvPr/>
        </p:nvSpPr>
        <p:spPr>
          <a:xfrm>
            <a:off x="218995" y="2625178"/>
            <a:ext cx="2515632" cy="2031325"/>
          </a:xfrm>
          <a:prstGeom prst="rect">
            <a:avLst/>
          </a:prstGeom>
          <a:noFill/>
        </p:spPr>
        <p:txBody>
          <a:bodyPr wrap="square" rtlCol="0">
            <a:spAutoFit/>
          </a:bodyPr>
          <a:lstStyle/>
          <a:p>
            <a:pPr algn="ctr"/>
            <a:r>
              <a:rPr lang="en-US">
                <a:latin typeface="Fidelity Sans" panose="020B0503030202020204" pitchFamily="34" charset="0"/>
              </a:rPr>
              <a:t>Data breaches occur often and to a wide variety of applications and services, check if your data was involved in a data breach regularly.</a:t>
            </a:r>
          </a:p>
        </p:txBody>
      </p:sp>
      <p:sp>
        <p:nvSpPr>
          <p:cNvPr id="6" name="TextBox 5">
            <a:extLst>
              <a:ext uri="{FF2B5EF4-FFF2-40B4-BE49-F238E27FC236}">
                <a16:creationId xmlns:a16="http://schemas.microsoft.com/office/drawing/2014/main" id="{3ABE5278-56C2-B4D7-3681-73EB73E66DFC}"/>
              </a:ext>
            </a:extLst>
          </p:cNvPr>
          <p:cNvSpPr txBox="1"/>
          <p:nvPr/>
        </p:nvSpPr>
        <p:spPr>
          <a:xfrm>
            <a:off x="2893038" y="2625178"/>
            <a:ext cx="2515632" cy="2308324"/>
          </a:xfrm>
          <a:prstGeom prst="rect">
            <a:avLst/>
          </a:prstGeom>
          <a:noFill/>
        </p:spPr>
        <p:txBody>
          <a:bodyPr wrap="square" rtlCol="0">
            <a:spAutoFit/>
          </a:bodyPr>
          <a:lstStyle/>
          <a:p>
            <a:pPr algn="ctr"/>
            <a:r>
              <a:rPr lang="en-US">
                <a:latin typeface="Fidelity Sans" panose="020B0503030202020204" pitchFamily="34" charset="0"/>
              </a:rPr>
              <a:t>The places to check if your data was part of a breach are your email inbox and https://haveibeenpwned.com/</a:t>
            </a:r>
            <a:endParaRPr lang="en-US" u="sng">
              <a:latin typeface="Fidelity Sans" panose="020B0503030202020204" pitchFamily="34" charset="0"/>
              <a:ea typeface="Calibri" pitchFamily="34"/>
            </a:endParaRPr>
          </a:p>
          <a:p>
            <a:pPr algn="ctr"/>
            <a:r>
              <a:rPr lang="en-US" i="0" strike="noStrike" kern="1200" cap="none" spc="0" baseline="0">
                <a:solidFill>
                  <a:srgbClr val="1C8DC1"/>
                </a:solidFill>
                <a:uFillTx/>
                <a:latin typeface="Fidelity Sans" panose="020B0503030202020204" pitchFamily="34" charset="0"/>
                <a:ea typeface="Calibri" pitchFamily="34"/>
              </a:rPr>
              <a:t>Beware of phishing emails!</a:t>
            </a:r>
            <a:endParaRPr lang="en-US">
              <a:solidFill>
                <a:srgbClr val="1C8DC1"/>
              </a:solidFill>
              <a:latin typeface="Fidelity Sans" panose="020B0503030202020204" pitchFamily="34" charset="0"/>
            </a:endParaRPr>
          </a:p>
        </p:txBody>
      </p:sp>
      <p:sp>
        <p:nvSpPr>
          <p:cNvPr id="8" name="TextBox 7">
            <a:extLst>
              <a:ext uri="{FF2B5EF4-FFF2-40B4-BE49-F238E27FC236}">
                <a16:creationId xmlns:a16="http://schemas.microsoft.com/office/drawing/2014/main" id="{AC5772F3-0A48-2EB9-62EE-C87E65823849}"/>
              </a:ext>
            </a:extLst>
          </p:cNvPr>
          <p:cNvSpPr txBox="1"/>
          <p:nvPr/>
        </p:nvSpPr>
        <p:spPr>
          <a:xfrm>
            <a:off x="5842672" y="2625178"/>
            <a:ext cx="2515632" cy="2308324"/>
          </a:xfrm>
          <a:prstGeom prst="rect">
            <a:avLst/>
          </a:prstGeom>
          <a:noFill/>
        </p:spPr>
        <p:txBody>
          <a:bodyPr wrap="square" rtlCol="0">
            <a:spAutoFit/>
          </a:bodyPr>
          <a:lstStyle/>
          <a:p>
            <a:pPr algn="ctr"/>
            <a:r>
              <a:rPr lang="en-US">
                <a:latin typeface="Fidelity Sans" panose="020B0503030202020204" pitchFamily="34" charset="0"/>
              </a:rPr>
              <a:t>If your data was part of a data breach: </a:t>
            </a:r>
          </a:p>
          <a:p>
            <a:pPr algn="ctr"/>
            <a:r>
              <a:rPr lang="en-US">
                <a:latin typeface="Fidelity Sans" panose="020B0503030202020204" pitchFamily="34" charset="0"/>
              </a:rPr>
              <a:t>Step 1: Stay calm</a:t>
            </a:r>
          </a:p>
          <a:p>
            <a:pPr algn="ctr"/>
            <a:r>
              <a:rPr lang="en-US">
                <a:latin typeface="Fidelity Sans" panose="020B0503030202020204" pitchFamily="34" charset="0"/>
              </a:rPr>
              <a:t>Step 2: Log in to that account and update your password</a:t>
            </a:r>
          </a:p>
          <a:p>
            <a:pPr algn="ctr"/>
            <a:r>
              <a:rPr lang="en-US">
                <a:latin typeface="Fidelity Sans" panose="020B0503030202020204" pitchFamily="34" charset="0"/>
              </a:rPr>
              <a:t>More steps in earlier slides.</a:t>
            </a:r>
          </a:p>
        </p:txBody>
      </p:sp>
      <p:pic>
        <p:nvPicPr>
          <p:cNvPr id="16" name="Graphic 15" descr="destination marker icon">
            <a:extLst>
              <a:ext uri="{FF2B5EF4-FFF2-40B4-BE49-F238E27FC236}">
                <a16:creationId xmlns:a16="http://schemas.microsoft.com/office/drawing/2014/main" id="{1B677DB5-B70D-54E8-8621-0191139888A2}"/>
              </a:ext>
            </a:extLst>
          </p:cNvPr>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3916457" y="1509408"/>
            <a:ext cx="584200" cy="762000"/>
          </a:xfrm>
          <a:prstGeom prst="rect">
            <a:avLst/>
          </a:prstGeom>
        </p:spPr>
      </p:pic>
    </p:spTree>
    <p:extLst>
      <p:ext uri="{BB962C8B-B14F-4D97-AF65-F5344CB8AC3E}">
        <p14:creationId xmlns:p14="http://schemas.microsoft.com/office/powerpoint/2010/main" val="20423257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233FECED-D8F9-4A24-897A-A6E87BAD48C4}"/>
              </a:ext>
            </a:extLst>
          </p:cNvPr>
          <p:cNvSpPr txBox="1">
            <a:spLocks noGrp="1"/>
          </p:cNvSpPr>
          <p:nvPr>
            <p:ph type="title"/>
          </p:nvPr>
        </p:nvSpPr>
        <p:spPr>
          <a:xfrm>
            <a:off x="293914" y="510012"/>
            <a:ext cx="11188698" cy="531284"/>
          </a:xfrm>
          <a:prstGeom prst="rect">
            <a:avLst/>
          </a:prstGeom>
          <a:noFill/>
          <a:ln>
            <a:noFill/>
          </a:ln>
        </p:spPr>
        <p:txBody>
          <a:bodyPr vert="horz" wrap="square" lIns="121916" tIns="60963" rIns="121916" bIns="60963" anchor="t" anchorCtr="0" compatLnSpc="1">
            <a:noAutofit/>
          </a:bodyPr>
          <a:lstStyle/>
          <a:p>
            <a:pPr lvl="0" defTabSz="1219169">
              <a:lnSpc>
                <a:spcPct val="100000"/>
              </a:lnSpc>
              <a:spcBef>
                <a:spcPts val="600"/>
              </a:spcBef>
            </a:pPr>
            <a:r>
              <a:rPr lang="en-US" sz="2400" b="1">
                <a:latin typeface="Fidelity Sans" panose="020B0503030202020204" pitchFamily="34" charset="0"/>
                <a:cs typeface="Arial" pitchFamily="34"/>
              </a:rPr>
              <a:t>Our Module Series</a:t>
            </a:r>
          </a:p>
        </p:txBody>
      </p:sp>
      <p:sp>
        <p:nvSpPr>
          <p:cNvPr id="4" name="TextBox 1">
            <a:extLst>
              <a:ext uri="{FF2B5EF4-FFF2-40B4-BE49-F238E27FC236}">
                <a16:creationId xmlns:a16="http://schemas.microsoft.com/office/drawing/2014/main" id="{7A96C232-34C2-46A9-92D6-5F596A79A350}"/>
              </a:ext>
            </a:extLst>
          </p:cNvPr>
          <p:cNvSpPr txBox="1"/>
          <p:nvPr/>
        </p:nvSpPr>
        <p:spPr>
          <a:xfrm>
            <a:off x="4927900" y="1464112"/>
            <a:ext cx="4605869" cy="528770"/>
          </a:xfrm>
          <a:prstGeom prst="rect">
            <a:avLst/>
          </a:prstGeom>
          <a:noFill/>
          <a:ln cap="flat">
            <a:noFill/>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i="0" u="none" strike="noStrike" kern="1200" cap="none" spc="0" baseline="0">
                <a:uFillTx/>
                <a:latin typeface="Fidelity Sans"/>
              </a:rPr>
              <a:t>Cyberthreats</a:t>
            </a:r>
            <a:endParaRPr lang="en-US" sz="2000" i="0" u="none" strike="noStrike" kern="1200" cap="none" spc="0" baseline="0">
              <a:uFillTx/>
              <a:latin typeface="Fidelity Sans"/>
              <a:ea typeface="Calibri" pitchFamily="34"/>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67" b="0" i="0" u="none" strike="noStrike" kern="1200" cap="none" spc="0" baseline="0">
              <a:uFillTx/>
              <a:latin typeface="Calibri"/>
            </a:endParaRPr>
          </a:p>
        </p:txBody>
      </p:sp>
      <p:sp>
        <p:nvSpPr>
          <p:cNvPr id="7" name="TextBox 19">
            <a:extLst>
              <a:ext uri="{FF2B5EF4-FFF2-40B4-BE49-F238E27FC236}">
                <a16:creationId xmlns:a16="http://schemas.microsoft.com/office/drawing/2014/main" id="{48FAF5EA-4B3B-494C-9280-613DEFEA804E}"/>
              </a:ext>
            </a:extLst>
          </p:cNvPr>
          <p:cNvSpPr txBox="1"/>
          <p:nvPr/>
        </p:nvSpPr>
        <p:spPr>
          <a:xfrm>
            <a:off x="4927900" y="2188810"/>
            <a:ext cx="4605869" cy="528770"/>
          </a:xfrm>
          <a:prstGeom prst="rect">
            <a:avLst/>
          </a:prstGeom>
          <a:noFill/>
          <a:ln cap="flat">
            <a:noFill/>
          </a:ln>
        </p:spPr>
        <p:txBody>
          <a:bodyPr vert="horz" wrap="square" lIns="91440" tIns="45720" rIns="91440" bIns="45720" anchor="t" anchorCtr="0" compatLnSpc="1">
            <a:noAutofit/>
          </a:bodyPr>
          <a:lstStyle/>
          <a:p>
            <a:pPr>
              <a:defRPr sz="1800" b="0" i="0" u="none" strike="noStrike" kern="0" cap="none" spc="0" baseline="0">
                <a:solidFill>
                  <a:srgbClr val="000000"/>
                </a:solidFill>
                <a:uFillTx/>
              </a:defRPr>
            </a:pPr>
            <a:r>
              <a:rPr lang="en-US" sz="2000" b="1">
                <a:latin typeface="Fidelity Sans"/>
              </a:rPr>
              <a:t>Dark Web </a:t>
            </a:r>
            <a:r>
              <a:rPr lang="en-US" sz="2000" b="1" i="0" strike="noStrike" kern="1200" cap="none" spc="0" baseline="0">
                <a:uFillTx/>
                <a:latin typeface="Fidelity Sans"/>
              </a:rPr>
              <a:t>&amp; Breaches</a:t>
            </a:r>
            <a:endParaRPr lang="en-US" sz="2000" b="1" i="0" strike="noStrike" kern="1200" cap="none" spc="0" baseline="0">
              <a:uFillTx/>
              <a:latin typeface="Fidelity Sans"/>
              <a:ea typeface="Calibri" pitchFamily="34"/>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67" b="0" i="0" u="none" strike="noStrike" kern="1200" cap="none" spc="0" baseline="0">
              <a:solidFill>
                <a:srgbClr val="000000"/>
              </a:solidFill>
              <a:uFillTx/>
              <a:latin typeface="Calibri"/>
            </a:endParaRPr>
          </a:p>
        </p:txBody>
      </p:sp>
      <p:sp>
        <p:nvSpPr>
          <p:cNvPr id="10" name="TextBox 20">
            <a:extLst>
              <a:ext uri="{FF2B5EF4-FFF2-40B4-BE49-F238E27FC236}">
                <a16:creationId xmlns:a16="http://schemas.microsoft.com/office/drawing/2014/main" id="{6CD4A3D4-7528-4388-9FB8-295F626FD6C5}"/>
              </a:ext>
            </a:extLst>
          </p:cNvPr>
          <p:cNvSpPr txBox="1"/>
          <p:nvPr/>
        </p:nvSpPr>
        <p:spPr>
          <a:xfrm>
            <a:off x="4938291" y="2940860"/>
            <a:ext cx="4605869" cy="528770"/>
          </a:xfrm>
          <a:prstGeom prst="rect">
            <a:avLst/>
          </a:prstGeom>
          <a:noFill/>
          <a:ln cap="flat">
            <a:noFill/>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i="0" strike="noStrike" kern="1200" cap="none" spc="0" baseline="0">
                <a:uFillTx/>
                <a:latin typeface="Fidelity Sans" pitchFamily="34"/>
              </a:rPr>
              <a:t>Application Security</a:t>
            </a:r>
            <a:endParaRPr lang="en-US" sz="2000" i="0" strike="noStrike" kern="1200" cap="none" spc="0" baseline="0">
              <a:uFillTx/>
              <a:latin typeface="Fidelity Sans" pitchFamily="34"/>
              <a:ea typeface="Calibri" pitchFamily="34"/>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67" b="0" i="0" u="none" strike="noStrike" kern="1200" cap="none" spc="0" baseline="0">
              <a:solidFill>
                <a:srgbClr val="000000"/>
              </a:solidFill>
              <a:uFillTx/>
              <a:latin typeface="Calibri"/>
            </a:endParaRPr>
          </a:p>
        </p:txBody>
      </p:sp>
      <p:sp>
        <p:nvSpPr>
          <p:cNvPr id="20" name="Slide Number Placeholder 6">
            <a:extLst>
              <a:ext uri="{FF2B5EF4-FFF2-40B4-BE49-F238E27FC236}">
                <a16:creationId xmlns:a16="http://schemas.microsoft.com/office/drawing/2014/main" id="{7255AD56-3C7B-4D33-9C12-7B0EB753CA48}"/>
              </a:ext>
            </a:extLst>
          </p:cNvPr>
          <p:cNvSpPr txBox="1"/>
          <p:nvPr/>
        </p:nvSpPr>
        <p:spPr>
          <a:xfrm>
            <a:off x="-91650" y="6405454"/>
            <a:ext cx="621298"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BDAC6224-4029-41C2-875B-57CBE0F899B1}" type="slidenum">
              <a:rPr lang="en-US" sz="1067" b="0" i="0" u="none" strike="noStrike" kern="1200" cap="none" spc="0" baseline="0">
                <a:solidFill>
                  <a:srgbClr val="A6A6A6"/>
                </a:solidFill>
                <a:uFillTx/>
                <a:latin typeface="Fidelity Sans" pitchFamily="34"/>
              </a:rPr>
              <a:t>13</a:t>
            </a:fld>
            <a:endParaRPr lang="en-US" sz="1067" b="0" i="0" u="none" strike="noStrike" kern="1200" cap="none" spc="0" baseline="0">
              <a:solidFill>
                <a:srgbClr val="A6A6A6"/>
              </a:solidFill>
              <a:uFillTx/>
              <a:latin typeface="Fidelity Sans" pitchFamily="34"/>
            </a:endParaRPr>
          </a:p>
        </p:txBody>
      </p:sp>
      <p:sp>
        <p:nvSpPr>
          <p:cNvPr id="23" name="TextBox 26">
            <a:extLst>
              <a:ext uri="{FF2B5EF4-FFF2-40B4-BE49-F238E27FC236}">
                <a16:creationId xmlns:a16="http://schemas.microsoft.com/office/drawing/2014/main" id="{0EBAADA7-C2F8-4B13-8B7B-B84B3C984E56}"/>
              </a:ext>
            </a:extLst>
          </p:cNvPr>
          <p:cNvSpPr txBox="1"/>
          <p:nvPr/>
        </p:nvSpPr>
        <p:spPr>
          <a:xfrm>
            <a:off x="4938291" y="4356428"/>
            <a:ext cx="4605869" cy="528770"/>
          </a:xfrm>
          <a:prstGeom prst="rect">
            <a:avLst/>
          </a:prstGeom>
          <a:noFill/>
          <a:ln cap="flat">
            <a:noFill/>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i="0" strike="noStrike" kern="1200" cap="none" spc="0" baseline="0">
                <a:uFillTx/>
                <a:latin typeface="Fidelity Sans" pitchFamily="34"/>
              </a:rPr>
              <a:t>Personal Digital Security</a:t>
            </a:r>
            <a:endParaRPr lang="en-US" sz="2000" i="0" strike="noStrike" kern="1200" cap="none" spc="0" baseline="0">
              <a:uFillTx/>
              <a:latin typeface="Fidelity Sans" pitchFamily="34"/>
              <a:ea typeface="Calibri" pitchFamily="34"/>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67" b="0" i="0" u="none" strike="noStrike" kern="1200" cap="none" spc="0" baseline="0">
              <a:solidFill>
                <a:srgbClr val="000000"/>
              </a:solidFill>
              <a:uFillTx/>
              <a:latin typeface="Calibri"/>
            </a:endParaRPr>
          </a:p>
        </p:txBody>
      </p:sp>
      <p:sp>
        <p:nvSpPr>
          <p:cNvPr id="24" name="TextBox 1">
            <a:extLst>
              <a:ext uri="{FF2B5EF4-FFF2-40B4-BE49-F238E27FC236}">
                <a16:creationId xmlns:a16="http://schemas.microsoft.com/office/drawing/2014/main" id="{D1C50640-0181-4FCD-88F1-281F23EB63A6}"/>
              </a:ext>
            </a:extLst>
          </p:cNvPr>
          <p:cNvSpPr txBox="1"/>
          <p:nvPr/>
        </p:nvSpPr>
        <p:spPr>
          <a:xfrm>
            <a:off x="4927901" y="850865"/>
            <a:ext cx="6065292" cy="490025"/>
          </a:xfrm>
          <a:prstGeom prst="rect">
            <a:avLst/>
          </a:prstGeom>
          <a:noFill/>
          <a:ln cap="flat">
            <a:noFill/>
          </a:ln>
        </p:spPr>
        <p:txBody>
          <a:bodyPr vert="horz" wrap="square" lIns="91440" tIns="45720" rIns="91440" bIns="45720" anchor="t" anchorCtr="0" compatLnSpc="1">
            <a:noAutofit/>
          </a:bodyPr>
          <a:lstStyle/>
          <a:p>
            <a:pPr>
              <a:defRPr sz="1800" b="0" i="0" u="none" strike="noStrike" kern="0" cap="none" spc="0" baseline="0">
                <a:solidFill>
                  <a:srgbClr val="000000"/>
                </a:solidFill>
                <a:uFillTx/>
              </a:defRPr>
            </a:pPr>
            <a:r>
              <a:rPr lang="en-US" sz="2000" i="0" u="none" strike="noStrike" kern="1200" cap="none" spc="0" baseline="0">
                <a:uFillTx/>
                <a:latin typeface="Fidelity Sans"/>
                <a:ea typeface="Calibri" pitchFamily="34"/>
              </a:rPr>
              <a:t>What is </a:t>
            </a:r>
            <a:r>
              <a:rPr lang="en-US" sz="2000">
                <a:latin typeface="Fidelity Sans"/>
                <a:ea typeface="Calibri" pitchFamily="34"/>
              </a:rPr>
              <a:t>Cybersecurity and why should we care ?</a:t>
            </a:r>
            <a:endParaRPr lang="en-US" sz="2000" i="0" u="none" strike="noStrike" kern="1200" cap="none" spc="0" baseline="0">
              <a:uFillTx/>
              <a:latin typeface="Fidelity Sans"/>
              <a:ea typeface="Calibri" pitchFamily="34"/>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67" b="0" i="0" u="none" strike="noStrike" kern="1200" cap="none" spc="0" baseline="0">
              <a:uFillTx/>
              <a:latin typeface="Calibri"/>
            </a:endParaRPr>
          </a:p>
        </p:txBody>
      </p:sp>
      <p:pic>
        <p:nvPicPr>
          <p:cNvPr id="26" name="Picture 25">
            <a:extLst>
              <a:ext uri="{FF2B5EF4-FFF2-40B4-BE49-F238E27FC236}">
                <a16:creationId xmlns:a16="http://schemas.microsoft.com/office/drawing/2014/main" id="{A09AFBBE-A9CE-D07D-E366-F11915887181}"/>
              </a:ext>
            </a:extLst>
          </p:cNvPr>
          <p:cNvPicPr>
            <a:picLocks noChangeAspect="1"/>
          </p:cNvPicPr>
          <p:nvPr/>
        </p:nvPicPr>
        <p:blipFill>
          <a:blip r:embed="rId3"/>
          <a:stretch>
            <a:fillRect/>
          </a:stretch>
        </p:blipFill>
        <p:spPr>
          <a:xfrm rot="10800000">
            <a:off x="8185192" y="2085219"/>
            <a:ext cx="1001679" cy="608835"/>
          </a:xfrm>
          <a:prstGeom prst="rect">
            <a:avLst/>
          </a:prstGeom>
        </p:spPr>
      </p:pic>
      <p:sp>
        <p:nvSpPr>
          <p:cNvPr id="29" name="TextBox 20">
            <a:extLst>
              <a:ext uri="{FF2B5EF4-FFF2-40B4-BE49-F238E27FC236}">
                <a16:creationId xmlns:a16="http://schemas.microsoft.com/office/drawing/2014/main" id="{3C78FA25-B3B2-40D1-B397-0F891D4050F2}"/>
              </a:ext>
            </a:extLst>
          </p:cNvPr>
          <p:cNvSpPr txBox="1"/>
          <p:nvPr/>
        </p:nvSpPr>
        <p:spPr>
          <a:xfrm>
            <a:off x="4938291" y="3642994"/>
            <a:ext cx="5397932" cy="528770"/>
          </a:xfrm>
          <a:prstGeom prst="rect">
            <a:avLst/>
          </a:prstGeom>
          <a:noFill/>
          <a:ln cap="flat">
            <a:noFill/>
          </a:ln>
        </p:spPr>
        <p:txBody>
          <a:bodyPr vert="horz" wrap="square" lIns="91440" tIns="45720" rIns="91440" bIns="45720" anchor="t" anchorCtr="0" compatLnSpc="1">
            <a:noAutofit/>
          </a:bodyPr>
          <a:lstStyle/>
          <a:p>
            <a:pPr>
              <a:defRPr sz="1800" b="0" i="0" u="none" strike="noStrike" kern="0" cap="none" spc="0" baseline="0">
                <a:solidFill>
                  <a:srgbClr val="000000"/>
                </a:solidFill>
                <a:uFillTx/>
              </a:defRPr>
            </a:pPr>
            <a:r>
              <a:rPr lang="en-US" sz="2000">
                <a:latin typeface="Fidelity Sans"/>
              </a:rPr>
              <a:t>Blockchain</a:t>
            </a:r>
            <a:r>
              <a:rPr lang="en-US" sz="2000" b="0" i="0" u="none" strike="noStrike">
                <a:effectLst/>
                <a:latin typeface="Fidelity Sans"/>
              </a:rPr>
              <a:t>,</a:t>
            </a:r>
            <a:r>
              <a:rPr lang="en-US" sz="2000">
                <a:latin typeface="Fidelity Sans"/>
              </a:rPr>
              <a:t> Cryptography </a:t>
            </a:r>
            <a:r>
              <a:rPr lang="en-US" sz="2000" b="0" i="0" u="none" strike="noStrike">
                <a:effectLst/>
                <a:latin typeface="Fidelity Sans"/>
              </a:rPr>
              <a:t>&amp; </a:t>
            </a:r>
            <a:r>
              <a:rPr lang="en-US" sz="2000">
                <a:latin typeface="Fidelity Sans"/>
              </a:rPr>
              <a:t> Encryption</a:t>
            </a:r>
            <a:endParaRPr lang="en-US" sz="2000" b="0" i="0" u="sng" strike="noStrike" kern="0" cap="none" spc="0" baseline="0">
              <a:uFillTx/>
              <a:latin typeface="Fidelity Sans"/>
            </a:endParaRPr>
          </a:p>
        </p:txBody>
      </p:sp>
      <p:sp>
        <p:nvSpPr>
          <p:cNvPr id="30" name="Flowchart: Connector 29">
            <a:extLst>
              <a:ext uri="{FF2B5EF4-FFF2-40B4-BE49-F238E27FC236}">
                <a16:creationId xmlns:a16="http://schemas.microsoft.com/office/drawing/2014/main" id="{00A14489-01D8-4BCE-95FA-A15DB2A64835}"/>
              </a:ext>
            </a:extLst>
          </p:cNvPr>
          <p:cNvSpPr/>
          <p:nvPr/>
        </p:nvSpPr>
        <p:spPr>
          <a:xfrm>
            <a:off x="4299910" y="739274"/>
            <a:ext cx="638383" cy="609843"/>
          </a:xfrm>
          <a:prstGeom prst="flowChartConnector">
            <a:avLst/>
          </a:prstGeom>
          <a:solidFill>
            <a:srgbClr val="458B29"/>
          </a:solidFill>
          <a:ln>
            <a:solidFill>
              <a:srgbClr val="458B2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E" sz="3200" b="1">
                <a:latin typeface="Fidelity Sans" panose="020B0503030202020204" pitchFamily="34" charset="0"/>
              </a:rPr>
              <a:t>1</a:t>
            </a:r>
          </a:p>
        </p:txBody>
      </p:sp>
      <p:sp>
        <p:nvSpPr>
          <p:cNvPr id="31" name="Flowchart: Connector 30">
            <a:extLst>
              <a:ext uri="{FF2B5EF4-FFF2-40B4-BE49-F238E27FC236}">
                <a16:creationId xmlns:a16="http://schemas.microsoft.com/office/drawing/2014/main" id="{44ED2B10-FE18-4AF5-A5F2-DD2E30D6E8DB}"/>
              </a:ext>
            </a:extLst>
          </p:cNvPr>
          <p:cNvSpPr/>
          <p:nvPr/>
        </p:nvSpPr>
        <p:spPr>
          <a:xfrm>
            <a:off x="4289514" y="4987593"/>
            <a:ext cx="638383" cy="610988"/>
          </a:xfrm>
          <a:prstGeom prst="flowChartConnector">
            <a:avLst/>
          </a:prstGeom>
          <a:solidFill>
            <a:srgbClr val="458B29"/>
          </a:solidFill>
          <a:ln>
            <a:solidFill>
              <a:srgbClr val="458B2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E" sz="3200" b="1">
                <a:latin typeface="Fidelity Sans" panose="020B0503030202020204" pitchFamily="34" charset="0"/>
              </a:rPr>
              <a:t>7</a:t>
            </a:r>
          </a:p>
        </p:txBody>
      </p:sp>
      <p:sp>
        <p:nvSpPr>
          <p:cNvPr id="32" name="Flowchart: Connector 31">
            <a:extLst>
              <a:ext uri="{FF2B5EF4-FFF2-40B4-BE49-F238E27FC236}">
                <a16:creationId xmlns:a16="http://schemas.microsoft.com/office/drawing/2014/main" id="{93F28027-59BA-4B7B-B28E-CEF57D58B2F4}"/>
              </a:ext>
            </a:extLst>
          </p:cNvPr>
          <p:cNvSpPr/>
          <p:nvPr/>
        </p:nvSpPr>
        <p:spPr>
          <a:xfrm>
            <a:off x="4299908" y="1452117"/>
            <a:ext cx="638383" cy="609843"/>
          </a:xfrm>
          <a:prstGeom prst="flowChartConnector">
            <a:avLst/>
          </a:prstGeom>
          <a:solidFill>
            <a:srgbClr val="458B29"/>
          </a:solidFill>
          <a:ln>
            <a:solidFill>
              <a:srgbClr val="458B2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E" sz="3200" b="1">
                <a:latin typeface="Fidelity Sans" panose="020B0503030202020204" pitchFamily="34" charset="0"/>
              </a:rPr>
              <a:t>2</a:t>
            </a:r>
          </a:p>
        </p:txBody>
      </p:sp>
      <p:sp>
        <p:nvSpPr>
          <p:cNvPr id="33" name="Flowchart: Connector 32">
            <a:extLst>
              <a:ext uri="{FF2B5EF4-FFF2-40B4-BE49-F238E27FC236}">
                <a16:creationId xmlns:a16="http://schemas.microsoft.com/office/drawing/2014/main" id="{6A6096DF-2259-468D-9900-234AF4624954}"/>
              </a:ext>
            </a:extLst>
          </p:cNvPr>
          <p:cNvSpPr/>
          <p:nvPr/>
        </p:nvSpPr>
        <p:spPr>
          <a:xfrm>
            <a:off x="4289515" y="2167574"/>
            <a:ext cx="638383" cy="609843"/>
          </a:xfrm>
          <a:prstGeom prst="flowChartConnector">
            <a:avLst/>
          </a:prstGeom>
          <a:solidFill>
            <a:srgbClr val="458B29"/>
          </a:solidFill>
          <a:ln>
            <a:solidFill>
              <a:srgbClr val="458B2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E" sz="3200" b="1">
                <a:latin typeface="Fidelity Sans" panose="020B0503030202020204" pitchFamily="34" charset="0"/>
              </a:rPr>
              <a:t>3</a:t>
            </a:r>
          </a:p>
        </p:txBody>
      </p:sp>
      <p:sp>
        <p:nvSpPr>
          <p:cNvPr id="34" name="Flowchart: Connector 33">
            <a:extLst>
              <a:ext uri="{FF2B5EF4-FFF2-40B4-BE49-F238E27FC236}">
                <a16:creationId xmlns:a16="http://schemas.microsoft.com/office/drawing/2014/main" id="{4A08AA97-A2D2-4CA3-9284-2ABFA3B3DACC}"/>
              </a:ext>
            </a:extLst>
          </p:cNvPr>
          <p:cNvSpPr/>
          <p:nvPr/>
        </p:nvSpPr>
        <p:spPr>
          <a:xfrm>
            <a:off x="4299908" y="2844429"/>
            <a:ext cx="638383" cy="609843"/>
          </a:xfrm>
          <a:prstGeom prst="flowChartConnector">
            <a:avLst/>
          </a:prstGeom>
          <a:solidFill>
            <a:srgbClr val="458B29"/>
          </a:solidFill>
          <a:ln>
            <a:solidFill>
              <a:srgbClr val="458B2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E" sz="3200" b="1">
                <a:latin typeface="Fidelity Sans" panose="020B0503030202020204" pitchFamily="34" charset="0"/>
              </a:rPr>
              <a:t>4</a:t>
            </a:r>
          </a:p>
        </p:txBody>
      </p:sp>
      <p:sp>
        <p:nvSpPr>
          <p:cNvPr id="35" name="Flowchart: Connector 34">
            <a:extLst>
              <a:ext uri="{FF2B5EF4-FFF2-40B4-BE49-F238E27FC236}">
                <a16:creationId xmlns:a16="http://schemas.microsoft.com/office/drawing/2014/main" id="{3A8BF784-3CCE-48FB-85C3-90D88048A70E}"/>
              </a:ext>
            </a:extLst>
          </p:cNvPr>
          <p:cNvSpPr/>
          <p:nvPr/>
        </p:nvSpPr>
        <p:spPr>
          <a:xfrm>
            <a:off x="4289517" y="3557272"/>
            <a:ext cx="638383" cy="624596"/>
          </a:xfrm>
          <a:prstGeom prst="flowChartConnector">
            <a:avLst/>
          </a:prstGeom>
          <a:solidFill>
            <a:srgbClr val="458B29"/>
          </a:solidFill>
          <a:ln>
            <a:solidFill>
              <a:srgbClr val="458B2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E" sz="3200" b="1">
                <a:latin typeface="Fidelity Sans" panose="020B0503030202020204" pitchFamily="34" charset="0"/>
              </a:rPr>
              <a:t>5</a:t>
            </a:r>
          </a:p>
        </p:txBody>
      </p:sp>
      <p:sp>
        <p:nvSpPr>
          <p:cNvPr id="36" name="Flowchart: Connector 35">
            <a:extLst>
              <a:ext uri="{FF2B5EF4-FFF2-40B4-BE49-F238E27FC236}">
                <a16:creationId xmlns:a16="http://schemas.microsoft.com/office/drawing/2014/main" id="{2F23F0E2-7051-4468-BF1A-93650EAABEAE}"/>
              </a:ext>
            </a:extLst>
          </p:cNvPr>
          <p:cNvSpPr/>
          <p:nvPr/>
        </p:nvSpPr>
        <p:spPr>
          <a:xfrm>
            <a:off x="4299908" y="4275355"/>
            <a:ext cx="638383" cy="609843"/>
          </a:xfrm>
          <a:prstGeom prst="flowChartConnector">
            <a:avLst/>
          </a:prstGeom>
          <a:solidFill>
            <a:srgbClr val="458B29"/>
          </a:solidFill>
          <a:ln>
            <a:solidFill>
              <a:srgbClr val="458B2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E" sz="3200" b="1">
                <a:latin typeface="Fidelity Sans" panose="020B0503030202020204" pitchFamily="34" charset="0"/>
              </a:rPr>
              <a:t>6</a:t>
            </a:r>
          </a:p>
        </p:txBody>
      </p:sp>
      <p:sp>
        <p:nvSpPr>
          <p:cNvPr id="37" name="Flowchart: Connector 36">
            <a:extLst>
              <a:ext uri="{FF2B5EF4-FFF2-40B4-BE49-F238E27FC236}">
                <a16:creationId xmlns:a16="http://schemas.microsoft.com/office/drawing/2014/main" id="{C164B1AF-645A-48D6-A767-F8B70B034465}"/>
              </a:ext>
            </a:extLst>
          </p:cNvPr>
          <p:cNvSpPr/>
          <p:nvPr/>
        </p:nvSpPr>
        <p:spPr>
          <a:xfrm>
            <a:off x="4289514" y="5700976"/>
            <a:ext cx="638383" cy="609843"/>
          </a:xfrm>
          <a:prstGeom prst="flowChartConnector">
            <a:avLst/>
          </a:prstGeom>
          <a:solidFill>
            <a:srgbClr val="458B29"/>
          </a:solidFill>
          <a:ln>
            <a:solidFill>
              <a:srgbClr val="458B2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E" sz="3200">
                <a:latin typeface="Amasis MT Pro Black" panose="02040A04050005020304" pitchFamily="18" charset="0"/>
              </a:rPr>
              <a:t>8</a:t>
            </a:r>
          </a:p>
        </p:txBody>
      </p:sp>
      <p:sp>
        <p:nvSpPr>
          <p:cNvPr id="39" name="TextBox 26">
            <a:extLst>
              <a:ext uri="{FF2B5EF4-FFF2-40B4-BE49-F238E27FC236}">
                <a16:creationId xmlns:a16="http://schemas.microsoft.com/office/drawing/2014/main" id="{769B5E28-1342-47F0-9343-F6020761B60A}"/>
              </a:ext>
            </a:extLst>
          </p:cNvPr>
          <p:cNvSpPr txBox="1"/>
          <p:nvPr/>
        </p:nvSpPr>
        <p:spPr>
          <a:xfrm>
            <a:off x="4927897" y="5092381"/>
            <a:ext cx="4605869" cy="528770"/>
          </a:xfrm>
          <a:prstGeom prst="rect">
            <a:avLst/>
          </a:prstGeom>
          <a:noFill/>
          <a:ln cap="flat">
            <a:noFill/>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i="0" strike="noStrike" kern="1200" cap="none" spc="0" baseline="0">
                <a:uFillTx/>
                <a:latin typeface="Fidelity Sans" pitchFamily="34"/>
              </a:rPr>
              <a:t>Device Security</a:t>
            </a:r>
            <a:endParaRPr lang="en-US" sz="2000" i="0" strike="noStrike" kern="1200" cap="none" spc="0" baseline="0">
              <a:uFillTx/>
              <a:latin typeface="Fidelity Sans" pitchFamily="34"/>
              <a:ea typeface="Calibri" pitchFamily="34"/>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67" b="0" i="0" u="none" strike="noStrike" kern="1200" cap="none" spc="0" baseline="0">
              <a:solidFill>
                <a:srgbClr val="000000"/>
              </a:solidFill>
              <a:uFillTx/>
              <a:latin typeface="Calibri"/>
            </a:endParaRPr>
          </a:p>
        </p:txBody>
      </p:sp>
      <p:sp>
        <p:nvSpPr>
          <p:cNvPr id="40" name="TextBox 26">
            <a:extLst>
              <a:ext uri="{FF2B5EF4-FFF2-40B4-BE49-F238E27FC236}">
                <a16:creationId xmlns:a16="http://schemas.microsoft.com/office/drawing/2014/main" id="{68CC1F4C-4639-4212-8DF7-7FCDC7910285}"/>
              </a:ext>
            </a:extLst>
          </p:cNvPr>
          <p:cNvSpPr txBox="1"/>
          <p:nvPr/>
        </p:nvSpPr>
        <p:spPr>
          <a:xfrm>
            <a:off x="4938291" y="5819218"/>
            <a:ext cx="4605869" cy="528770"/>
          </a:xfrm>
          <a:prstGeom prst="rect">
            <a:avLst/>
          </a:prstGeom>
          <a:noFill/>
          <a:ln cap="flat">
            <a:noFill/>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a:latin typeface="Fidelity Sans"/>
                <a:ea typeface="Calibri" pitchFamily="34"/>
              </a:rPr>
              <a:t>Assessment</a:t>
            </a:r>
            <a:endParaRPr lang="en-US" sz="2000" i="0" strike="noStrike" cap="none" spc="0" baseline="0">
              <a:uFillTx/>
              <a:latin typeface="Fidelity Sans" pitchFamily="34"/>
              <a:ea typeface="Calibri" pitchFamily="34"/>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67" b="0" i="0" u="none" strike="noStrike" kern="1200" cap="none" spc="0" baseline="0">
              <a:solidFill>
                <a:srgbClr val="000000"/>
              </a:solidFill>
              <a:uFillTx/>
              <a:latin typeface="Calibri"/>
            </a:endParaRPr>
          </a:p>
        </p:txBody>
      </p:sp>
      <p:cxnSp>
        <p:nvCxnSpPr>
          <p:cNvPr id="41" name="Straight Connector 40">
            <a:extLst>
              <a:ext uri="{FF2B5EF4-FFF2-40B4-BE49-F238E27FC236}">
                <a16:creationId xmlns:a16="http://schemas.microsoft.com/office/drawing/2014/main" id="{A57D45DB-DBA6-471C-BCB4-403E9EC7F0FD}"/>
              </a:ext>
            </a:extLst>
          </p:cNvPr>
          <p:cNvCxnSpPr/>
          <p:nvPr/>
        </p:nvCxnSpPr>
        <p:spPr bwMode="auto">
          <a:xfrm>
            <a:off x="4242257" y="622451"/>
            <a:ext cx="7094152" cy="0"/>
          </a:xfrm>
          <a:prstGeom prst="line">
            <a:avLst/>
          </a:prstGeom>
          <a:ln w="38100" cmpd="sng">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E84434B2-00AF-4BB1-88BF-B5CDA1F32368}"/>
              </a:ext>
            </a:extLst>
          </p:cNvPr>
          <p:cNvCxnSpPr>
            <a:cxnSpLocks/>
          </p:cNvCxnSpPr>
          <p:nvPr/>
        </p:nvCxnSpPr>
        <p:spPr bwMode="auto">
          <a:xfrm>
            <a:off x="4242257" y="6604151"/>
            <a:ext cx="7094152" cy="0"/>
          </a:xfrm>
          <a:prstGeom prst="line">
            <a:avLst/>
          </a:prstGeom>
          <a:ln w="38100" cmpd="sng">
            <a:solidFill>
              <a:schemeClr val="tx2"/>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5E6B9F9255FCE44BADD34E81B29FD97" ma:contentTypeVersion="14" ma:contentTypeDescription="Create a new document." ma:contentTypeScope="" ma:versionID="0e87580d5a5a7049b175324888b44220">
  <xsd:schema xmlns:xsd="http://www.w3.org/2001/XMLSchema" xmlns:xs="http://www.w3.org/2001/XMLSchema" xmlns:p="http://schemas.microsoft.com/office/2006/metadata/properties" xmlns:ns2="5ad2df4c-ff67-47c5-9cdd-0e852cf00d1f" xmlns:ns3="b793d4a1-b93f-4e97-b5bf-b35b51cc889a" targetNamespace="http://schemas.microsoft.com/office/2006/metadata/properties" ma:root="true" ma:fieldsID="1a8d365d572851cb3d374418b28e2855" ns2:_="" ns3:_="">
    <xsd:import namespace="5ad2df4c-ff67-47c5-9cdd-0e852cf00d1f"/>
    <xsd:import namespace="b793d4a1-b93f-4e97-b5bf-b35b51cc889a"/>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d2df4c-ff67-47c5-9cdd-0e852cf00d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8b168bf0-f213-4887-af2e-cac682fa2405"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Location" ma:index="19"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793d4a1-b93f-4e97-b5bf-b35b51cc889a"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626ff6dd-29a5-471c-9250-7b36f145bdab}" ma:internalName="TaxCatchAll" ma:showField="CatchAllData" ma:web="b793d4a1-b93f-4e97-b5bf-b35b51cc889a">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ad2df4c-ff67-47c5-9cdd-0e852cf00d1f">
      <Terms xmlns="http://schemas.microsoft.com/office/infopath/2007/PartnerControls"/>
    </lcf76f155ced4ddcb4097134ff3c332f>
    <TaxCatchAll xmlns="b793d4a1-b93f-4e97-b5bf-b35b51cc889a" xsi:nil="true"/>
  </documentManagement>
</p:properties>
</file>

<file path=customXml/itemProps1.xml><?xml version="1.0" encoding="utf-8"?>
<ds:datastoreItem xmlns:ds="http://schemas.openxmlformats.org/officeDocument/2006/customXml" ds:itemID="{9B51B7CB-A1D8-4A7D-8AF5-B58EF1073D0F}">
  <ds:schemaRefs>
    <ds:schemaRef ds:uri="http://schemas.microsoft.com/sharepoint/v3/contenttype/forms"/>
  </ds:schemaRefs>
</ds:datastoreItem>
</file>

<file path=customXml/itemProps2.xml><?xml version="1.0" encoding="utf-8"?>
<ds:datastoreItem xmlns:ds="http://schemas.openxmlformats.org/officeDocument/2006/customXml" ds:itemID="{181DB4D6-FA7A-4750-971A-39BB1FD7339B}"/>
</file>

<file path=customXml/itemProps3.xml><?xml version="1.0" encoding="utf-8"?>
<ds:datastoreItem xmlns:ds="http://schemas.openxmlformats.org/officeDocument/2006/customXml" ds:itemID="{6145E554-79C4-45FA-9CBD-C6245431EDB7}">
  <ds:schemaRefs>
    <ds:schemaRef ds:uri="5a563309-4159-47ca-bec3-970cbacf2cd1"/>
    <ds:schemaRef ds:uri="a5e22351-f99e-4b18-9671-a6ec10d0fb0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1599</Words>
  <Application>Microsoft Office PowerPoint</Application>
  <PresentationFormat>Widescreen</PresentationFormat>
  <Paragraphs>114</Paragraphs>
  <Slides>13</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Amasis MT Pro Black</vt:lpstr>
      <vt:lpstr>Arial</vt:lpstr>
      <vt:lpstr>Calibri</vt:lpstr>
      <vt:lpstr>Calibri Light</vt:lpstr>
      <vt:lpstr>Fidelity Sans</vt:lpstr>
      <vt:lpstr>Mier B</vt:lpstr>
      <vt:lpstr>neue-haas-grotesk-display</vt:lpstr>
      <vt:lpstr>Roboto</vt:lpstr>
      <vt:lpstr>Office Theme</vt:lpstr>
      <vt:lpstr>Dark web &amp; breaches  </vt:lpstr>
      <vt:lpstr>Breaches</vt:lpstr>
      <vt:lpstr>What is a data breach?</vt:lpstr>
      <vt:lpstr>PowerPoint Presentation</vt:lpstr>
      <vt:lpstr>PowerPoint Presentation</vt:lpstr>
      <vt:lpstr>PowerPoint Presentation</vt:lpstr>
      <vt:lpstr>The Dark Web</vt:lpstr>
      <vt:lpstr>What is the Deep and Dark web?</vt:lpstr>
      <vt:lpstr>How does Tor work?</vt:lpstr>
      <vt:lpstr>PowerPoint Presentation</vt:lpstr>
      <vt:lpstr>PowerPoint Presentation</vt:lpstr>
      <vt:lpstr>Module Recap</vt:lpstr>
      <vt:lpstr>Our Module Series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Cybersecurity ?  And why should we care ??</dc:title>
  <dc:creator>Mcmahon, Mary</dc:creator>
  <cp:lastModifiedBy>Mcmahon, Mary</cp:lastModifiedBy>
  <cp:revision>10</cp:revision>
  <dcterms:created xsi:type="dcterms:W3CDTF">2022-08-16T08:31:22Z</dcterms:created>
  <dcterms:modified xsi:type="dcterms:W3CDTF">2023-08-05T11:56:47Z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0x010100BCAE3AC170C68948889741D2B8A8BFB1</vt:lpwstr>
  </property>
  <property fmtid="{D5CDD505-2E9C-101B-9397-08002B2CF9AE}" pid="3" name="MSIP_Label_031e874c-a24d-4c24-87f6-b6d613f5442b_Enabled">
    <vt:lpwstr>true</vt:lpwstr>
  </property>
  <property fmtid="{D5CDD505-2E9C-101B-9397-08002B2CF9AE}" pid="4" name="MSIP_Label_031e874c-a24d-4c24-87f6-b6d613f5442b_SetDate">
    <vt:lpwstr>2022-10-26T07:03:33Z</vt:lpwstr>
  </property>
  <property fmtid="{D5CDD505-2E9C-101B-9397-08002B2CF9AE}" pid="5" name="MSIP_Label_031e874c-a24d-4c24-87f6-b6d613f5442b_Method">
    <vt:lpwstr>Privileged</vt:lpwstr>
  </property>
  <property fmtid="{D5CDD505-2E9C-101B-9397-08002B2CF9AE}" pid="6" name="MSIP_Label_031e874c-a24d-4c24-87f6-b6d613f5442b_Name">
    <vt:lpwstr>Non-Business</vt:lpwstr>
  </property>
  <property fmtid="{D5CDD505-2E9C-101B-9397-08002B2CF9AE}" pid="7" name="MSIP_Label_031e874c-a24d-4c24-87f6-b6d613f5442b_SiteId">
    <vt:lpwstr>7521acbc-a68c-41e5-a975-1cf83066dd19</vt:lpwstr>
  </property>
  <property fmtid="{D5CDD505-2E9C-101B-9397-08002B2CF9AE}" pid="8" name="MSIP_Label_031e874c-a24d-4c24-87f6-b6d613f5442b_ActionId">
    <vt:lpwstr>d329bc8a-bab9-4e01-a587-565c255b8eb0</vt:lpwstr>
  </property>
  <property fmtid="{D5CDD505-2E9C-101B-9397-08002B2CF9AE}" pid="9" name="MSIP_Label_031e874c-a24d-4c24-87f6-b6d613f5442b_ContentBits">
    <vt:lpwstr>0</vt:lpwstr>
  </property>
  <property fmtid="{D5CDD505-2E9C-101B-9397-08002B2CF9AE}" pid="10" name="MediaServiceImageTags">
    <vt:lpwstr/>
  </property>
</Properties>
</file>