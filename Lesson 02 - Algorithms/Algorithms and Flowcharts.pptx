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66" r:id="rId3"/>
    <p:sldId id="267" r:id="rId4"/>
    <p:sldId id="271" r:id="rId5"/>
    <p:sldId id="272" r:id="rId6"/>
    <p:sldId id="273" r:id="rId7"/>
    <p:sldId id="274" r:id="rId8"/>
    <p:sldId id="275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6c65178631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6c65178631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6c65178631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6c65178631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6bbaae0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76bbaae0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76bbaae00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76bbaae00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76bbaae00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76bbaae00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6bbaae00f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6bbaae00f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76bbaae00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76bbaae00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01/09/2026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13775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01/09/2026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71492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01/09/2026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05991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01/09/2026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47693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01/09/2026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24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01/09/2026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209904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01/09/2026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9814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01/09/2026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0276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01/09/2026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99764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01/09/2026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7485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DA69-F865-40BD-BB5F-1D84F0763CEB}" type="datetimeFigureOut">
              <a:rPr lang="en-IE" smtClean="0"/>
              <a:t>01/09/2026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1461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768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ogo for a college&#10;&#10;AI-generated content may be incorrect.">
            <a:extLst>
              <a:ext uri="{FF2B5EF4-FFF2-40B4-BE49-F238E27FC236}">
                <a16:creationId xmlns:a16="http://schemas.microsoft.com/office/drawing/2014/main" id="{1C360B2B-5A98-7E0F-8727-8E4EBE3EB6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9" t="10376" r="14368" b="17519"/>
          <a:stretch/>
        </p:blipFill>
        <p:spPr>
          <a:xfrm>
            <a:off x="7917874" y="139304"/>
            <a:ext cx="1033895" cy="102947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C2DA69-F865-40BD-BB5F-1D84F0763CEB}" type="datetimeFigureOut">
              <a:rPr lang="en-IE" smtClean="0"/>
              <a:t>01/09/2026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2772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Computational Thinking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Algorithms &amp; Flowcharts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25" y="300038"/>
            <a:ext cx="8820150" cy="3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50" y="445013"/>
            <a:ext cx="8829675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075" y="189226"/>
            <a:ext cx="8677226" cy="4369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66" name="Google Shape;1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038" y="219075"/>
            <a:ext cx="8543925" cy="470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13" y="595313"/>
            <a:ext cx="8639175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688" y="381000"/>
            <a:ext cx="8810625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87" name="Google Shape;18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13" y="223838"/>
            <a:ext cx="8562975" cy="46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CC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 Theme" id="{5315FB66-9AB4-496F-8BD7-119135D3DC10}" vid="{A8CBE559-2296-4199-8F36-6EE5C8311873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b170d26-a298-4fcb-93e8-f72c55c78d0a}" enabled="1" method="Standard" siteId="{3ed6c8f5-4c16-44ad-9eed-60f851834a8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 Theme</Template>
  <TotalTime>1</TotalTime>
  <Words>5</Words>
  <Application>Microsoft Office PowerPoint</Application>
  <PresentationFormat>On-screen Show (16:9)</PresentationFormat>
  <Paragraphs>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Franklin Gothic Book</vt:lpstr>
      <vt:lpstr>Franklin Gothic Medium</vt:lpstr>
      <vt:lpstr>ACC Theme</vt:lpstr>
      <vt:lpstr>Computational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Jim Finn (Adamstown CC)</cp:lastModifiedBy>
  <cp:revision>2</cp:revision>
  <dcterms:modified xsi:type="dcterms:W3CDTF">2026-09-01T06:31:17Z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b170d26-a298-4fcb-93e8-f72c55c78d0a_Enabled">
    <vt:lpwstr>true</vt:lpwstr>
  </property>
  <property fmtid="{D5CDD505-2E9C-101B-9397-08002B2CF9AE}" pid="3" name="MSIP_Label_bb170d26-a298-4fcb-93e8-f72c55c78d0a_SetDate">
    <vt:lpwstr>2025-08-26T06:41:22Z</vt:lpwstr>
  </property>
  <property fmtid="{D5CDD505-2E9C-101B-9397-08002B2CF9AE}" pid="4" name="MSIP_Label_bb170d26-a298-4fcb-93e8-f72c55c78d0a_Method">
    <vt:lpwstr>Standard</vt:lpwstr>
  </property>
  <property fmtid="{D5CDD505-2E9C-101B-9397-08002B2CF9AE}" pid="5" name="MSIP_Label_bb170d26-a298-4fcb-93e8-f72c55c78d0a_Name">
    <vt:lpwstr>defa4170-0d19-0005-0004-bc88714345d2</vt:lpwstr>
  </property>
  <property fmtid="{D5CDD505-2E9C-101B-9397-08002B2CF9AE}" pid="6" name="MSIP_Label_bb170d26-a298-4fcb-93e8-f72c55c78d0a_SiteId">
    <vt:lpwstr>3ed6c8f5-4c16-44ad-9eed-60f851834a84</vt:lpwstr>
  </property>
  <property fmtid="{D5CDD505-2E9C-101B-9397-08002B2CF9AE}" pid="7" name="MSIP_Label_bb170d26-a298-4fcb-93e8-f72c55c78d0a_ActionId">
    <vt:lpwstr>2c41df97-d6a7-4356-bbf5-6c8f90c9845a</vt:lpwstr>
  </property>
  <property fmtid="{D5CDD505-2E9C-101B-9397-08002B2CF9AE}" pid="8" name="MSIP_Label_bb170d26-a298-4fcb-93e8-f72c55c78d0a_ContentBits">
    <vt:lpwstr>0</vt:lpwstr>
  </property>
  <property fmtid="{D5CDD505-2E9C-101B-9397-08002B2CF9AE}" pid="9" name="MSIP_Label_bb170d26-a298-4fcb-93e8-f72c55c78d0a_Tag">
    <vt:lpwstr>10, 3, 0, 1</vt:lpwstr>
  </property>
</Properties>
</file>