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26660C-0F94-4A87-9E98-4FF9CEE0E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D8B9F7-C352-442E-830B-D0D8CC8D25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F461F8B-85A4-46BB-B3F5-2A01AC6F96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CBB14BC-13C1-4AFA-A61F-CC353779AE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5C032EC-11AF-45E1-9539-8D23C59717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43483F7-91A7-4CE2-9158-010A3C499E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FF65C46-626C-4623-A4EE-464B575363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21B7E3C-E18E-4045-8657-E4BB6A3281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9F86F4D-B910-4963-8F21-856D0B3644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5432ECF-178B-49BC-8232-7B166B4517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D11E2C1-2D70-482F-805D-03AA1CC0EB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544080E-A4EF-4B6E-BCE8-E4D2E99D31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649D6D-8BCC-4893-8DC7-DB6634D2583A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DBF44E-B6E7-407E-94CE-6C8A8ED2CA9F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B2C5603-EFCD-47B8-82EA-14242F88C4F7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015E95-6138-4200-AA9E-52D4588D5344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467669-E583-4DA0-A6F7-03B6E74950EC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C88E78-AA00-4B73-B005-A5F753C873EF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415D2E-89A8-4111-BA20-18533A4B1922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470137-C5B3-4F6A-BAC9-3EEB1FD4675A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E958FF7-FAC7-48EB-80C0-B141ED4775DC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194D57-74CE-44CF-AECD-6374358FFB7F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4F343C-A6E6-492D-ABD4-EAAFBA8A0085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7360" cy="137160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FA67F2-E466-4780-8B91-AE11186BB6D7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E" sz="6000" spc="-1" strike="noStrike">
                <a:solidFill>
                  <a:schemeClr val="dk1"/>
                </a:solidFill>
                <a:latin typeface="Franklin Gothic Medium"/>
              </a:rPr>
              <a:t>TY Coding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Lesson 02 – Variables and Datatypes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45</TotalTime>
  <Application>LibreOffice/24.2.7.2$Linux_X86_64 LibreOffice_project/420$Build-2</Application>
  <AppVersion>15.0000</AppVersion>
  <Words>665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2025-05-14T11:16:38Z</dcterms:created>
  <dc:creator>Jim Finn</dc:creator>
  <dc:description/>
  <dc:language>en-IE</dc:language>
  <cp:lastModifiedBy/>
  <dcterms:modified xsi:type="dcterms:W3CDTF">2025-08-04T11:50:28Z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