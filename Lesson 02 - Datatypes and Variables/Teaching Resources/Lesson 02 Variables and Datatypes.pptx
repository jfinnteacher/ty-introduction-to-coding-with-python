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58" r:id="rId1"/>
    <p:sldMasterId id="2147483674"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Lst>
  <p:sldSz cx="12192000" cy="6858000"/>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viewProps" Target="view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6"/>
          </p:nvPr>
        </p:nvSpPr>
        <p:spPr/>
        <p:txBody>
          <a:bodyPr/>
          <a:lstStyle/>
          <a:p>
            <a:r>
              <a:t>Footer</a:t>
            </a:r>
          </a:p>
        </p:txBody>
      </p:sp>
      <p:sp>
        <p:nvSpPr>
          <p:cNvPr id="3" name="PlaceHolder 2"/>
          <p:cNvSpPr>
            <a:spLocks noGrp="1"/>
          </p:cNvSpPr>
          <p:nvPr>
            <p:ph type="sldNum" idx="17"/>
          </p:nvPr>
        </p:nvSpPr>
        <p:spPr/>
        <p:txBody>
          <a:bodyPr/>
          <a:lstStyle/>
          <a:p>
            <a:fld id="{043483F7-91A7-4CE2-9158-010A3C499E1A}" type="slidenum">
              <a:t>‹#›</a:t>
            </a:fld>
            <a:endParaRPr/>
          </a:p>
        </p:txBody>
      </p:sp>
      <p:sp>
        <p:nvSpPr>
          <p:cNvPr id="4" name="PlaceHolder 3"/>
          <p:cNvSpPr>
            <a:spLocks noGrp="1"/>
          </p:cNvSpPr>
          <p:nvPr>
            <p:ph type="dt" idx="18"/>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7"/>
            <a:ext cx="9144000" cy="1655763"/>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pPr indent="0">
              <a:buNone/>
            </a:pPr>
            <a:r>
              <a:rPr lang="en-IE" sz="1400" b="0" strike="noStrike" spc="-1">
                <a:solidFill>
                  <a:srgbClr val="000000"/>
                </a:solidFill>
                <a:latin typeface="Times New Roman"/>
              </a:rPr>
              <a:t>&lt;date/time&gt;</a:t>
            </a:r>
          </a:p>
        </p:txBody>
      </p:sp>
      <p:sp>
        <p:nvSpPr>
          <p:cNvPr id="5" name="Footer Placeholder 4"/>
          <p:cNvSpPr>
            <a:spLocks noGrp="1"/>
          </p:cNvSpPr>
          <p:nvPr>
            <p:ph type="ftr" sz="quarter" idx="11"/>
          </p:nvPr>
        </p:nvSpPr>
        <p:spPr/>
        <p:txBody>
          <a:bodyPr/>
          <a:lstStyle/>
          <a:p>
            <a:pPr indent="0" algn="ctr">
              <a:lnSpc>
                <a:spcPct val="100000"/>
              </a:lnSpc>
              <a:buNone/>
              <a:tabLst>
                <a:tab pos="0" algn="l"/>
              </a:tabLst>
            </a:pPr>
            <a:r>
              <a:rPr lang="en-IE" sz="1400" b="0" strike="noStrike" spc="-1">
                <a:solidFill>
                  <a:srgbClr val="000000"/>
                </a:solidFill>
                <a:latin typeface="Times New Roman"/>
              </a:rPr>
              <a:t>&lt;footer&gt;</a:t>
            </a:r>
          </a:p>
        </p:txBody>
      </p:sp>
      <p:sp>
        <p:nvSpPr>
          <p:cNvPr id="6" name="Slide Number Placeholder 5"/>
          <p:cNvSpPr>
            <a:spLocks noGrp="1"/>
          </p:cNvSpPr>
          <p:nvPr>
            <p:ph type="sldNum" sz="quarter" idx="12"/>
          </p:nvPr>
        </p:nvSpPr>
        <p:spPr/>
        <p:txBody>
          <a:bodyPr/>
          <a:lstStyle/>
          <a:p>
            <a:pPr indent="0" algn="r" defTabSz="457200">
              <a:lnSpc>
                <a:spcPct val="100000"/>
              </a:lnSpc>
              <a:buNone/>
              <a:tabLst>
                <a:tab pos="0" algn="l"/>
              </a:tabLst>
            </a:pPr>
            <a:fld id="{B7649D6D-8BCC-4893-8DC7-DB6634D2583A}" type="slidenum">
              <a:rPr lang="en-IE" sz="1200" b="0" strike="noStrike" spc="-1" smtClean="0">
                <a:solidFill>
                  <a:schemeClr val="dk1">
                    <a:tint val="82000"/>
                  </a:schemeClr>
                </a:solidFill>
                <a:latin typeface="Franklin Gothic Book"/>
              </a:rPr>
              <a:t>‹#›</a:t>
            </a:fld>
            <a:endParaRPr lang="en-IE" sz="1200" b="0" strike="noStrike" spc="-1">
              <a:solidFill>
                <a:srgbClr val="000000"/>
              </a:solidFill>
              <a:latin typeface="Times New Roman"/>
            </a:endParaRPr>
          </a:p>
        </p:txBody>
      </p:sp>
    </p:spTree>
    <p:extLst>
      <p:ext uri="{BB962C8B-B14F-4D97-AF65-F5344CB8AC3E}">
        <p14:creationId xmlns:p14="http://schemas.microsoft.com/office/powerpoint/2010/main" val="2094337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indent="0">
              <a:buNone/>
            </a:pPr>
            <a:r>
              <a:rPr lang="en-IE" sz="1400" b="0" strike="noStrike" spc="-1">
                <a:solidFill>
                  <a:srgbClr val="000000"/>
                </a:solidFill>
                <a:latin typeface="Times New Roman"/>
              </a:rPr>
              <a:t>&lt;date/time&gt;</a:t>
            </a:r>
          </a:p>
        </p:txBody>
      </p:sp>
      <p:sp>
        <p:nvSpPr>
          <p:cNvPr id="5" name="Footer Placeholder 4"/>
          <p:cNvSpPr>
            <a:spLocks noGrp="1"/>
          </p:cNvSpPr>
          <p:nvPr>
            <p:ph type="ftr" sz="quarter" idx="11"/>
          </p:nvPr>
        </p:nvSpPr>
        <p:spPr/>
        <p:txBody>
          <a:bodyPr/>
          <a:lstStyle/>
          <a:p>
            <a:pPr indent="0" algn="ctr">
              <a:lnSpc>
                <a:spcPct val="100000"/>
              </a:lnSpc>
              <a:buNone/>
              <a:tabLst>
                <a:tab pos="0" algn="l"/>
              </a:tabLst>
            </a:pPr>
            <a:r>
              <a:rPr lang="en-IE" sz="1400" b="0" strike="noStrike" spc="-1">
                <a:solidFill>
                  <a:srgbClr val="000000"/>
                </a:solidFill>
                <a:latin typeface="Times New Roman"/>
              </a:rPr>
              <a:t>&lt;footer&gt;</a:t>
            </a:r>
          </a:p>
        </p:txBody>
      </p:sp>
      <p:sp>
        <p:nvSpPr>
          <p:cNvPr id="6" name="Slide Number Placeholder 5"/>
          <p:cNvSpPr>
            <a:spLocks noGrp="1"/>
          </p:cNvSpPr>
          <p:nvPr>
            <p:ph type="sldNum" sz="quarter" idx="12"/>
          </p:nvPr>
        </p:nvSpPr>
        <p:spPr/>
        <p:txBody>
          <a:bodyPr/>
          <a:lstStyle/>
          <a:p>
            <a:pPr indent="0" algn="r" defTabSz="457200">
              <a:lnSpc>
                <a:spcPct val="100000"/>
              </a:lnSpc>
              <a:buNone/>
              <a:tabLst>
                <a:tab pos="0" algn="l"/>
              </a:tabLst>
            </a:pPr>
            <a:fld id="{B7649D6D-8BCC-4893-8DC7-DB6634D2583A}" type="slidenum">
              <a:rPr lang="en-IE" sz="1200" b="0" strike="noStrike" spc="-1" smtClean="0">
                <a:solidFill>
                  <a:schemeClr val="dk1">
                    <a:tint val="82000"/>
                  </a:schemeClr>
                </a:solidFill>
                <a:latin typeface="Franklin Gothic Book"/>
              </a:rPr>
              <a:t>‹#›</a:t>
            </a:fld>
            <a:endParaRPr lang="en-IE" sz="1200" b="0" strike="noStrike" spc="-1">
              <a:solidFill>
                <a:srgbClr val="000000"/>
              </a:solidFill>
              <a:latin typeface="Times New Roman"/>
            </a:endParaRPr>
          </a:p>
        </p:txBody>
      </p:sp>
    </p:spTree>
    <p:extLst>
      <p:ext uri="{BB962C8B-B14F-4D97-AF65-F5344CB8AC3E}">
        <p14:creationId xmlns:p14="http://schemas.microsoft.com/office/powerpoint/2010/main" val="17278060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1" y="4589464"/>
            <a:ext cx="10515600" cy="1500187"/>
          </a:xfrm>
        </p:spPr>
        <p:txBody>
          <a:bodyPr/>
          <a:lstStyle>
            <a:lvl1pPr marL="0" indent="0">
              <a:buNone/>
              <a:defRPr sz="2400">
                <a:solidFill>
                  <a:schemeClr val="tx1">
                    <a:tint val="82000"/>
                  </a:schemeClr>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indent="0">
              <a:buNone/>
            </a:pPr>
            <a:r>
              <a:rPr lang="en-IE" sz="1400" b="0" strike="noStrike" spc="-1">
                <a:solidFill>
                  <a:srgbClr val="000000"/>
                </a:solidFill>
                <a:latin typeface="Times New Roman"/>
              </a:rPr>
              <a:t>&lt;date/time&gt;</a:t>
            </a:r>
          </a:p>
        </p:txBody>
      </p:sp>
      <p:sp>
        <p:nvSpPr>
          <p:cNvPr id="5" name="Footer Placeholder 4"/>
          <p:cNvSpPr>
            <a:spLocks noGrp="1"/>
          </p:cNvSpPr>
          <p:nvPr>
            <p:ph type="ftr" sz="quarter" idx="11"/>
          </p:nvPr>
        </p:nvSpPr>
        <p:spPr/>
        <p:txBody>
          <a:bodyPr/>
          <a:lstStyle/>
          <a:p>
            <a:pPr indent="0" algn="ctr">
              <a:lnSpc>
                <a:spcPct val="100000"/>
              </a:lnSpc>
              <a:buNone/>
              <a:tabLst>
                <a:tab pos="0" algn="l"/>
              </a:tabLst>
            </a:pPr>
            <a:r>
              <a:rPr lang="en-IE" sz="1400" b="0" strike="noStrike" spc="-1">
                <a:solidFill>
                  <a:srgbClr val="000000"/>
                </a:solidFill>
                <a:latin typeface="Times New Roman"/>
              </a:rPr>
              <a:t>&lt;footer&gt;</a:t>
            </a:r>
          </a:p>
        </p:txBody>
      </p:sp>
      <p:sp>
        <p:nvSpPr>
          <p:cNvPr id="6" name="Slide Number Placeholder 5"/>
          <p:cNvSpPr>
            <a:spLocks noGrp="1"/>
          </p:cNvSpPr>
          <p:nvPr>
            <p:ph type="sldNum" sz="quarter" idx="12"/>
          </p:nvPr>
        </p:nvSpPr>
        <p:spPr/>
        <p:txBody>
          <a:bodyPr/>
          <a:lstStyle/>
          <a:p>
            <a:pPr indent="0" algn="r" defTabSz="457200">
              <a:lnSpc>
                <a:spcPct val="100000"/>
              </a:lnSpc>
              <a:buNone/>
              <a:tabLst>
                <a:tab pos="0" algn="l"/>
              </a:tabLst>
            </a:pPr>
            <a:fld id="{B7649D6D-8BCC-4893-8DC7-DB6634D2583A}" type="slidenum">
              <a:rPr lang="en-IE" sz="1200" b="0" strike="noStrike" spc="-1" smtClean="0">
                <a:solidFill>
                  <a:schemeClr val="dk1">
                    <a:tint val="82000"/>
                  </a:schemeClr>
                </a:solidFill>
                <a:latin typeface="Franklin Gothic Book"/>
              </a:rPr>
              <a:t>‹#›</a:t>
            </a:fld>
            <a:endParaRPr lang="en-IE" sz="1200" b="0" strike="noStrike" spc="-1">
              <a:solidFill>
                <a:srgbClr val="000000"/>
              </a:solidFill>
              <a:latin typeface="Times New Roman"/>
            </a:endParaRPr>
          </a:p>
        </p:txBody>
      </p:sp>
    </p:spTree>
    <p:extLst>
      <p:ext uri="{BB962C8B-B14F-4D97-AF65-F5344CB8AC3E}">
        <p14:creationId xmlns:p14="http://schemas.microsoft.com/office/powerpoint/2010/main" val="2128168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indent="0">
              <a:buNone/>
            </a:pPr>
            <a:r>
              <a:rPr lang="en-IE" sz="1400" b="0" strike="noStrike" spc="-1">
                <a:solidFill>
                  <a:srgbClr val="000000"/>
                </a:solidFill>
                <a:latin typeface="Times New Roman"/>
              </a:rPr>
              <a:t>&lt;date/time&gt;</a:t>
            </a:r>
          </a:p>
        </p:txBody>
      </p:sp>
      <p:sp>
        <p:nvSpPr>
          <p:cNvPr id="6" name="Footer Placeholder 5"/>
          <p:cNvSpPr>
            <a:spLocks noGrp="1"/>
          </p:cNvSpPr>
          <p:nvPr>
            <p:ph type="ftr" sz="quarter" idx="11"/>
          </p:nvPr>
        </p:nvSpPr>
        <p:spPr/>
        <p:txBody>
          <a:bodyPr/>
          <a:lstStyle/>
          <a:p>
            <a:pPr indent="0" algn="ctr">
              <a:lnSpc>
                <a:spcPct val="100000"/>
              </a:lnSpc>
              <a:buNone/>
              <a:tabLst>
                <a:tab pos="0" algn="l"/>
              </a:tabLst>
            </a:pPr>
            <a:r>
              <a:rPr lang="en-IE" sz="1400" b="0" strike="noStrike" spc="-1">
                <a:solidFill>
                  <a:srgbClr val="000000"/>
                </a:solidFill>
                <a:latin typeface="Times New Roman"/>
              </a:rPr>
              <a:t>&lt;footer&gt;</a:t>
            </a:r>
          </a:p>
        </p:txBody>
      </p:sp>
      <p:sp>
        <p:nvSpPr>
          <p:cNvPr id="7" name="Slide Number Placeholder 6"/>
          <p:cNvSpPr>
            <a:spLocks noGrp="1"/>
          </p:cNvSpPr>
          <p:nvPr>
            <p:ph type="sldNum" sz="quarter" idx="12"/>
          </p:nvPr>
        </p:nvSpPr>
        <p:spPr/>
        <p:txBody>
          <a:bodyPr/>
          <a:lstStyle/>
          <a:p>
            <a:pPr indent="0" algn="r" defTabSz="457200">
              <a:lnSpc>
                <a:spcPct val="100000"/>
              </a:lnSpc>
              <a:buNone/>
              <a:tabLst>
                <a:tab pos="0" algn="l"/>
              </a:tabLst>
            </a:pPr>
            <a:fld id="{B7649D6D-8BCC-4893-8DC7-DB6634D2583A}" type="slidenum">
              <a:rPr lang="en-IE" sz="1200" b="0" strike="noStrike" spc="-1" smtClean="0">
                <a:solidFill>
                  <a:schemeClr val="dk1">
                    <a:tint val="82000"/>
                  </a:schemeClr>
                </a:solidFill>
                <a:latin typeface="Franklin Gothic Book"/>
              </a:rPr>
              <a:t>‹#›</a:t>
            </a:fld>
            <a:endParaRPr lang="en-IE" sz="1200" b="0" strike="noStrike" spc="-1">
              <a:solidFill>
                <a:srgbClr val="000000"/>
              </a:solidFill>
              <a:latin typeface="Times New Roman"/>
            </a:endParaRPr>
          </a:p>
        </p:txBody>
      </p:sp>
    </p:spTree>
    <p:extLst>
      <p:ext uri="{BB962C8B-B14F-4D97-AF65-F5344CB8AC3E}">
        <p14:creationId xmlns:p14="http://schemas.microsoft.com/office/powerpoint/2010/main" val="12686947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indent="0">
              <a:buNone/>
            </a:pPr>
            <a:r>
              <a:rPr lang="en-IE" sz="1400" b="0" strike="noStrike" spc="-1">
                <a:solidFill>
                  <a:srgbClr val="000000"/>
                </a:solidFill>
                <a:latin typeface="Times New Roman"/>
              </a:rPr>
              <a:t>&lt;date/time&gt;</a:t>
            </a:r>
          </a:p>
        </p:txBody>
      </p:sp>
      <p:sp>
        <p:nvSpPr>
          <p:cNvPr id="8" name="Footer Placeholder 7"/>
          <p:cNvSpPr>
            <a:spLocks noGrp="1"/>
          </p:cNvSpPr>
          <p:nvPr>
            <p:ph type="ftr" sz="quarter" idx="11"/>
          </p:nvPr>
        </p:nvSpPr>
        <p:spPr/>
        <p:txBody>
          <a:bodyPr/>
          <a:lstStyle/>
          <a:p>
            <a:pPr indent="0" algn="ctr">
              <a:lnSpc>
                <a:spcPct val="100000"/>
              </a:lnSpc>
              <a:buNone/>
              <a:tabLst>
                <a:tab pos="0" algn="l"/>
              </a:tabLst>
            </a:pPr>
            <a:r>
              <a:rPr lang="en-IE" sz="1400" b="0" strike="noStrike" spc="-1">
                <a:solidFill>
                  <a:srgbClr val="000000"/>
                </a:solidFill>
                <a:latin typeface="Times New Roman"/>
              </a:rPr>
              <a:t>&lt;footer&gt;</a:t>
            </a:r>
          </a:p>
        </p:txBody>
      </p:sp>
      <p:sp>
        <p:nvSpPr>
          <p:cNvPr id="9" name="Slide Number Placeholder 8"/>
          <p:cNvSpPr>
            <a:spLocks noGrp="1"/>
          </p:cNvSpPr>
          <p:nvPr>
            <p:ph type="sldNum" sz="quarter" idx="12"/>
          </p:nvPr>
        </p:nvSpPr>
        <p:spPr/>
        <p:txBody>
          <a:bodyPr/>
          <a:lstStyle/>
          <a:p>
            <a:pPr indent="0" algn="r" defTabSz="457200">
              <a:lnSpc>
                <a:spcPct val="100000"/>
              </a:lnSpc>
              <a:buNone/>
              <a:tabLst>
                <a:tab pos="0" algn="l"/>
              </a:tabLst>
            </a:pPr>
            <a:fld id="{B7649D6D-8BCC-4893-8DC7-DB6634D2583A}" type="slidenum">
              <a:rPr lang="en-IE" sz="1200" b="0" strike="noStrike" spc="-1" smtClean="0">
                <a:solidFill>
                  <a:schemeClr val="dk1">
                    <a:tint val="82000"/>
                  </a:schemeClr>
                </a:solidFill>
                <a:latin typeface="Franklin Gothic Book"/>
              </a:rPr>
              <a:t>‹#›</a:t>
            </a:fld>
            <a:endParaRPr lang="en-IE" sz="1200" b="0" strike="noStrike" spc="-1">
              <a:solidFill>
                <a:srgbClr val="000000"/>
              </a:solidFill>
              <a:latin typeface="Times New Roman"/>
            </a:endParaRPr>
          </a:p>
        </p:txBody>
      </p:sp>
    </p:spTree>
    <p:extLst>
      <p:ext uri="{BB962C8B-B14F-4D97-AF65-F5344CB8AC3E}">
        <p14:creationId xmlns:p14="http://schemas.microsoft.com/office/powerpoint/2010/main" val="22930138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indent="0">
              <a:buNone/>
            </a:pPr>
            <a:r>
              <a:rPr lang="en-IE" sz="1400" b="0" strike="noStrike" spc="-1">
                <a:solidFill>
                  <a:srgbClr val="000000"/>
                </a:solidFill>
                <a:latin typeface="Times New Roman"/>
              </a:rPr>
              <a:t>&lt;date/time&gt;</a:t>
            </a:r>
          </a:p>
        </p:txBody>
      </p:sp>
      <p:sp>
        <p:nvSpPr>
          <p:cNvPr id="4" name="Footer Placeholder 3"/>
          <p:cNvSpPr>
            <a:spLocks noGrp="1"/>
          </p:cNvSpPr>
          <p:nvPr>
            <p:ph type="ftr" sz="quarter" idx="11"/>
          </p:nvPr>
        </p:nvSpPr>
        <p:spPr/>
        <p:txBody>
          <a:bodyPr/>
          <a:lstStyle/>
          <a:p>
            <a:pPr indent="0" algn="ctr">
              <a:lnSpc>
                <a:spcPct val="100000"/>
              </a:lnSpc>
              <a:buNone/>
              <a:tabLst>
                <a:tab pos="0" algn="l"/>
              </a:tabLst>
            </a:pPr>
            <a:r>
              <a:rPr lang="en-IE" sz="1400" b="0" strike="noStrike" spc="-1">
                <a:solidFill>
                  <a:srgbClr val="000000"/>
                </a:solidFill>
                <a:latin typeface="Times New Roman"/>
              </a:rPr>
              <a:t>&lt;footer&gt;</a:t>
            </a:r>
          </a:p>
        </p:txBody>
      </p:sp>
      <p:sp>
        <p:nvSpPr>
          <p:cNvPr id="5" name="Slide Number Placeholder 4"/>
          <p:cNvSpPr>
            <a:spLocks noGrp="1"/>
          </p:cNvSpPr>
          <p:nvPr>
            <p:ph type="sldNum" sz="quarter" idx="12"/>
          </p:nvPr>
        </p:nvSpPr>
        <p:spPr/>
        <p:txBody>
          <a:bodyPr/>
          <a:lstStyle/>
          <a:p>
            <a:pPr indent="0" algn="r" defTabSz="457200">
              <a:lnSpc>
                <a:spcPct val="100000"/>
              </a:lnSpc>
              <a:buNone/>
              <a:tabLst>
                <a:tab pos="0" algn="l"/>
              </a:tabLst>
            </a:pPr>
            <a:fld id="{B7649D6D-8BCC-4893-8DC7-DB6634D2583A}" type="slidenum">
              <a:rPr lang="en-IE" sz="1200" b="0" strike="noStrike" spc="-1" smtClean="0">
                <a:solidFill>
                  <a:schemeClr val="dk1">
                    <a:tint val="82000"/>
                  </a:schemeClr>
                </a:solidFill>
                <a:latin typeface="Franklin Gothic Book"/>
              </a:rPr>
              <a:t>‹#›</a:t>
            </a:fld>
            <a:endParaRPr lang="en-IE" sz="1200" b="0" strike="noStrike" spc="-1">
              <a:solidFill>
                <a:srgbClr val="000000"/>
              </a:solidFill>
              <a:latin typeface="Times New Roman"/>
            </a:endParaRPr>
          </a:p>
        </p:txBody>
      </p:sp>
    </p:spTree>
    <p:extLst>
      <p:ext uri="{BB962C8B-B14F-4D97-AF65-F5344CB8AC3E}">
        <p14:creationId xmlns:p14="http://schemas.microsoft.com/office/powerpoint/2010/main" val="37999759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indent="0">
              <a:buNone/>
            </a:pPr>
            <a:r>
              <a:rPr lang="en-IE" sz="1400" b="0" strike="noStrike" spc="-1">
                <a:solidFill>
                  <a:srgbClr val="000000"/>
                </a:solidFill>
                <a:latin typeface="Times New Roman"/>
              </a:rPr>
              <a:t>&lt;date/time&gt;</a:t>
            </a:r>
          </a:p>
        </p:txBody>
      </p:sp>
      <p:sp>
        <p:nvSpPr>
          <p:cNvPr id="3" name="Footer Placeholder 2"/>
          <p:cNvSpPr>
            <a:spLocks noGrp="1"/>
          </p:cNvSpPr>
          <p:nvPr>
            <p:ph type="ftr" sz="quarter" idx="11"/>
          </p:nvPr>
        </p:nvSpPr>
        <p:spPr/>
        <p:txBody>
          <a:bodyPr/>
          <a:lstStyle/>
          <a:p>
            <a:pPr indent="0" algn="ctr">
              <a:lnSpc>
                <a:spcPct val="100000"/>
              </a:lnSpc>
              <a:buNone/>
              <a:tabLst>
                <a:tab pos="0" algn="l"/>
              </a:tabLst>
            </a:pPr>
            <a:r>
              <a:rPr lang="en-IE" sz="1400" b="0" strike="noStrike" spc="-1">
                <a:solidFill>
                  <a:srgbClr val="000000"/>
                </a:solidFill>
                <a:latin typeface="Times New Roman"/>
              </a:rPr>
              <a:t>&lt;footer&gt;</a:t>
            </a:r>
          </a:p>
        </p:txBody>
      </p:sp>
      <p:sp>
        <p:nvSpPr>
          <p:cNvPr id="4" name="Slide Number Placeholder 3"/>
          <p:cNvSpPr>
            <a:spLocks noGrp="1"/>
          </p:cNvSpPr>
          <p:nvPr>
            <p:ph type="sldNum" sz="quarter" idx="12"/>
          </p:nvPr>
        </p:nvSpPr>
        <p:spPr/>
        <p:txBody>
          <a:bodyPr/>
          <a:lstStyle/>
          <a:p>
            <a:pPr indent="0" algn="r" defTabSz="457200">
              <a:lnSpc>
                <a:spcPct val="100000"/>
              </a:lnSpc>
              <a:buNone/>
              <a:tabLst>
                <a:tab pos="0" algn="l"/>
              </a:tabLst>
            </a:pPr>
            <a:fld id="{B7649D6D-8BCC-4893-8DC7-DB6634D2583A}" type="slidenum">
              <a:rPr lang="en-IE" sz="1200" b="0" strike="noStrike" spc="-1" smtClean="0">
                <a:solidFill>
                  <a:schemeClr val="dk1">
                    <a:tint val="82000"/>
                  </a:schemeClr>
                </a:solidFill>
                <a:latin typeface="Franklin Gothic Book"/>
              </a:rPr>
              <a:t>‹#›</a:t>
            </a:fld>
            <a:endParaRPr lang="en-IE" sz="1200" b="0" strike="noStrike" spc="-1">
              <a:solidFill>
                <a:srgbClr val="000000"/>
              </a:solidFill>
              <a:latin typeface="Times New Roman"/>
            </a:endParaRPr>
          </a:p>
        </p:txBody>
      </p:sp>
    </p:spTree>
    <p:extLst>
      <p:ext uri="{BB962C8B-B14F-4D97-AF65-F5344CB8AC3E}">
        <p14:creationId xmlns:p14="http://schemas.microsoft.com/office/powerpoint/2010/main" val="30143172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indent="0">
              <a:buNone/>
            </a:pPr>
            <a:r>
              <a:rPr lang="en-IE" sz="1400" b="0" strike="noStrike" spc="-1">
                <a:solidFill>
                  <a:srgbClr val="000000"/>
                </a:solidFill>
                <a:latin typeface="Times New Roman"/>
              </a:rPr>
              <a:t>&lt;date/time&gt;</a:t>
            </a:r>
          </a:p>
        </p:txBody>
      </p:sp>
      <p:sp>
        <p:nvSpPr>
          <p:cNvPr id="6" name="Footer Placeholder 5"/>
          <p:cNvSpPr>
            <a:spLocks noGrp="1"/>
          </p:cNvSpPr>
          <p:nvPr>
            <p:ph type="ftr" sz="quarter" idx="11"/>
          </p:nvPr>
        </p:nvSpPr>
        <p:spPr/>
        <p:txBody>
          <a:bodyPr/>
          <a:lstStyle/>
          <a:p>
            <a:pPr indent="0" algn="ctr">
              <a:lnSpc>
                <a:spcPct val="100000"/>
              </a:lnSpc>
              <a:buNone/>
              <a:tabLst>
                <a:tab pos="0" algn="l"/>
              </a:tabLst>
            </a:pPr>
            <a:r>
              <a:rPr lang="en-IE" sz="1400" b="0" strike="noStrike" spc="-1">
                <a:solidFill>
                  <a:srgbClr val="000000"/>
                </a:solidFill>
                <a:latin typeface="Times New Roman"/>
              </a:rPr>
              <a:t>&lt;footer&gt;</a:t>
            </a:r>
          </a:p>
        </p:txBody>
      </p:sp>
      <p:sp>
        <p:nvSpPr>
          <p:cNvPr id="7" name="Slide Number Placeholder 6"/>
          <p:cNvSpPr>
            <a:spLocks noGrp="1"/>
          </p:cNvSpPr>
          <p:nvPr>
            <p:ph type="sldNum" sz="quarter" idx="12"/>
          </p:nvPr>
        </p:nvSpPr>
        <p:spPr/>
        <p:txBody>
          <a:bodyPr/>
          <a:lstStyle/>
          <a:p>
            <a:pPr indent="0" algn="r" defTabSz="457200">
              <a:lnSpc>
                <a:spcPct val="100000"/>
              </a:lnSpc>
              <a:buNone/>
              <a:tabLst>
                <a:tab pos="0" algn="l"/>
              </a:tabLst>
            </a:pPr>
            <a:fld id="{B7649D6D-8BCC-4893-8DC7-DB6634D2583A}" type="slidenum">
              <a:rPr lang="en-IE" sz="1200" b="0" strike="noStrike" spc="-1" smtClean="0">
                <a:solidFill>
                  <a:schemeClr val="dk1">
                    <a:tint val="82000"/>
                  </a:schemeClr>
                </a:solidFill>
                <a:latin typeface="Franklin Gothic Book"/>
              </a:rPr>
              <a:t>‹#›</a:t>
            </a:fld>
            <a:endParaRPr lang="en-IE" sz="1200" b="0" strike="noStrike" spc="-1">
              <a:solidFill>
                <a:srgbClr val="000000"/>
              </a:solidFill>
              <a:latin typeface="Times New Roman"/>
            </a:endParaRPr>
          </a:p>
        </p:txBody>
      </p:sp>
    </p:spTree>
    <p:extLst>
      <p:ext uri="{BB962C8B-B14F-4D97-AF65-F5344CB8AC3E}">
        <p14:creationId xmlns:p14="http://schemas.microsoft.com/office/powerpoint/2010/main" val="22459244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6"/>
            <a:ext cx="6172200" cy="4873625"/>
          </a:xfrm>
        </p:spPr>
        <p:txBody>
          <a:bodyPr anchor="t"/>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indent="0">
              <a:buNone/>
            </a:pPr>
            <a:r>
              <a:rPr lang="en-IE" sz="1400" b="0" strike="noStrike" spc="-1">
                <a:solidFill>
                  <a:srgbClr val="000000"/>
                </a:solidFill>
                <a:latin typeface="Times New Roman"/>
              </a:rPr>
              <a:t>&lt;date/time&gt;</a:t>
            </a:r>
          </a:p>
        </p:txBody>
      </p:sp>
      <p:sp>
        <p:nvSpPr>
          <p:cNvPr id="6" name="Footer Placeholder 5"/>
          <p:cNvSpPr>
            <a:spLocks noGrp="1"/>
          </p:cNvSpPr>
          <p:nvPr>
            <p:ph type="ftr" sz="quarter" idx="11"/>
          </p:nvPr>
        </p:nvSpPr>
        <p:spPr/>
        <p:txBody>
          <a:bodyPr/>
          <a:lstStyle/>
          <a:p>
            <a:pPr indent="0" algn="ctr">
              <a:lnSpc>
                <a:spcPct val="100000"/>
              </a:lnSpc>
              <a:buNone/>
              <a:tabLst>
                <a:tab pos="0" algn="l"/>
              </a:tabLst>
            </a:pPr>
            <a:r>
              <a:rPr lang="en-IE" sz="1400" b="0" strike="noStrike" spc="-1">
                <a:solidFill>
                  <a:srgbClr val="000000"/>
                </a:solidFill>
                <a:latin typeface="Times New Roman"/>
              </a:rPr>
              <a:t>&lt;footer&gt;</a:t>
            </a:r>
          </a:p>
        </p:txBody>
      </p:sp>
      <p:sp>
        <p:nvSpPr>
          <p:cNvPr id="7" name="Slide Number Placeholder 6"/>
          <p:cNvSpPr>
            <a:spLocks noGrp="1"/>
          </p:cNvSpPr>
          <p:nvPr>
            <p:ph type="sldNum" sz="quarter" idx="12"/>
          </p:nvPr>
        </p:nvSpPr>
        <p:spPr/>
        <p:txBody>
          <a:bodyPr/>
          <a:lstStyle/>
          <a:p>
            <a:pPr indent="0" algn="r" defTabSz="457200">
              <a:lnSpc>
                <a:spcPct val="100000"/>
              </a:lnSpc>
              <a:buNone/>
              <a:tabLst>
                <a:tab pos="0" algn="l"/>
              </a:tabLst>
            </a:pPr>
            <a:fld id="{B7649D6D-8BCC-4893-8DC7-DB6634D2583A}" type="slidenum">
              <a:rPr lang="en-IE" sz="1200" b="0" strike="noStrike" spc="-1" smtClean="0">
                <a:solidFill>
                  <a:schemeClr val="dk1">
                    <a:tint val="82000"/>
                  </a:schemeClr>
                </a:solidFill>
                <a:latin typeface="Franklin Gothic Book"/>
              </a:rPr>
              <a:t>‹#›</a:t>
            </a:fld>
            <a:endParaRPr lang="en-IE" sz="1200" b="0" strike="noStrike" spc="-1">
              <a:solidFill>
                <a:srgbClr val="000000"/>
              </a:solidFill>
              <a:latin typeface="Times New Roman"/>
            </a:endParaRPr>
          </a:p>
        </p:txBody>
      </p:sp>
    </p:spTree>
    <p:extLst>
      <p:ext uri="{BB962C8B-B14F-4D97-AF65-F5344CB8AC3E}">
        <p14:creationId xmlns:p14="http://schemas.microsoft.com/office/powerpoint/2010/main" val="27233745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indent="0">
              <a:buNone/>
            </a:pPr>
            <a:r>
              <a:rPr lang="en-IE" sz="1400" b="0" strike="noStrike" spc="-1">
                <a:solidFill>
                  <a:srgbClr val="000000"/>
                </a:solidFill>
                <a:latin typeface="Times New Roman"/>
              </a:rPr>
              <a:t>&lt;date/time&gt;</a:t>
            </a:r>
          </a:p>
        </p:txBody>
      </p:sp>
      <p:sp>
        <p:nvSpPr>
          <p:cNvPr id="5" name="Footer Placeholder 4"/>
          <p:cNvSpPr>
            <a:spLocks noGrp="1"/>
          </p:cNvSpPr>
          <p:nvPr>
            <p:ph type="ftr" sz="quarter" idx="11"/>
          </p:nvPr>
        </p:nvSpPr>
        <p:spPr/>
        <p:txBody>
          <a:bodyPr/>
          <a:lstStyle/>
          <a:p>
            <a:pPr indent="0" algn="ctr">
              <a:lnSpc>
                <a:spcPct val="100000"/>
              </a:lnSpc>
              <a:buNone/>
              <a:tabLst>
                <a:tab pos="0" algn="l"/>
              </a:tabLst>
            </a:pPr>
            <a:r>
              <a:rPr lang="en-IE" sz="1400" b="0" strike="noStrike" spc="-1">
                <a:solidFill>
                  <a:srgbClr val="000000"/>
                </a:solidFill>
                <a:latin typeface="Times New Roman"/>
              </a:rPr>
              <a:t>&lt;footer&gt;</a:t>
            </a:r>
          </a:p>
        </p:txBody>
      </p:sp>
      <p:sp>
        <p:nvSpPr>
          <p:cNvPr id="6" name="Slide Number Placeholder 5"/>
          <p:cNvSpPr>
            <a:spLocks noGrp="1"/>
          </p:cNvSpPr>
          <p:nvPr>
            <p:ph type="sldNum" sz="quarter" idx="12"/>
          </p:nvPr>
        </p:nvSpPr>
        <p:spPr/>
        <p:txBody>
          <a:bodyPr/>
          <a:lstStyle/>
          <a:p>
            <a:pPr indent="0" algn="r" defTabSz="457200">
              <a:lnSpc>
                <a:spcPct val="100000"/>
              </a:lnSpc>
              <a:buNone/>
              <a:tabLst>
                <a:tab pos="0" algn="l"/>
              </a:tabLst>
            </a:pPr>
            <a:fld id="{B7649D6D-8BCC-4893-8DC7-DB6634D2583A}" type="slidenum">
              <a:rPr lang="en-IE" sz="1200" b="0" strike="noStrike" spc="-1" smtClean="0">
                <a:solidFill>
                  <a:schemeClr val="dk1">
                    <a:tint val="82000"/>
                  </a:schemeClr>
                </a:solidFill>
                <a:latin typeface="Franklin Gothic Book"/>
              </a:rPr>
              <a:t>‹#›</a:t>
            </a:fld>
            <a:endParaRPr lang="en-IE" sz="1200" b="0" strike="noStrike" spc="-1">
              <a:solidFill>
                <a:srgbClr val="000000"/>
              </a:solidFill>
              <a:latin typeface="Times New Roman"/>
            </a:endParaRPr>
          </a:p>
        </p:txBody>
      </p:sp>
    </p:spTree>
    <p:extLst>
      <p:ext uri="{BB962C8B-B14F-4D97-AF65-F5344CB8AC3E}">
        <p14:creationId xmlns:p14="http://schemas.microsoft.com/office/powerpoint/2010/main" val="351143264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6"/>
            <a:ext cx="2628900" cy="581183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1" y="365126"/>
            <a:ext cx="7734300"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indent="0">
              <a:buNone/>
            </a:pPr>
            <a:r>
              <a:rPr lang="en-IE" sz="1400" b="0" strike="noStrike" spc="-1">
                <a:solidFill>
                  <a:srgbClr val="000000"/>
                </a:solidFill>
                <a:latin typeface="Times New Roman"/>
              </a:rPr>
              <a:t>&lt;date/time&gt;</a:t>
            </a:r>
          </a:p>
        </p:txBody>
      </p:sp>
      <p:sp>
        <p:nvSpPr>
          <p:cNvPr id="5" name="Footer Placeholder 4"/>
          <p:cNvSpPr>
            <a:spLocks noGrp="1"/>
          </p:cNvSpPr>
          <p:nvPr>
            <p:ph type="ftr" sz="quarter" idx="11"/>
          </p:nvPr>
        </p:nvSpPr>
        <p:spPr/>
        <p:txBody>
          <a:bodyPr/>
          <a:lstStyle/>
          <a:p>
            <a:pPr indent="0" algn="ctr">
              <a:lnSpc>
                <a:spcPct val="100000"/>
              </a:lnSpc>
              <a:buNone/>
              <a:tabLst>
                <a:tab pos="0" algn="l"/>
              </a:tabLst>
            </a:pPr>
            <a:r>
              <a:rPr lang="en-IE" sz="1400" b="0" strike="noStrike" spc="-1">
                <a:solidFill>
                  <a:srgbClr val="000000"/>
                </a:solidFill>
                <a:latin typeface="Times New Roman"/>
              </a:rPr>
              <a:t>&lt;footer&gt;</a:t>
            </a:r>
          </a:p>
        </p:txBody>
      </p:sp>
      <p:sp>
        <p:nvSpPr>
          <p:cNvPr id="6" name="Slide Number Placeholder 5"/>
          <p:cNvSpPr>
            <a:spLocks noGrp="1"/>
          </p:cNvSpPr>
          <p:nvPr>
            <p:ph type="sldNum" sz="quarter" idx="12"/>
          </p:nvPr>
        </p:nvSpPr>
        <p:spPr/>
        <p:txBody>
          <a:bodyPr/>
          <a:lstStyle/>
          <a:p>
            <a:pPr indent="0" algn="r" defTabSz="457200">
              <a:lnSpc>
                <a:spcPct val="100000"/>
              </a:lnSpc>
              <a:buNone/>
              <a:tabLst>
                <a:tab pos="0" algn="l"/>
              </a:tabLst>
            </a:pPr>
            <a:fld id="{B7649D6D-8BCC-4893-8DC7-DB6634D2583A}" type="slidenum">
              <a:rPr lang="en-IE" sz="1200" b="0" strike="noStrike" spc="-1" smtClean="0">
                <a:solidFill>
                  <a:schemeClr val="dk1">
                    <a:tint val="82000"/>
                  </a:schemeClr>
                </a:solidFill>
                <a:latin typeface="Franklin Gothic Book"/>
              </a:rPr>
              <a:t>‹#›</a:t>
            </a:fld>
            <a:endParaRPr lang="en-IE" sz="1200" b="0" strike="noStrike" spc="-1">
              <a:solidFill>
                <a:srgbClr val="000000"/>
              </a:solidFill>
              <a:latin typeface="Times New Roman"/>
            </a:endParaRPr>
          </a:p>
        </p:txBody>
      </p:sp>
    </p:spTree>
    <p:extLst>
      <p:ext uri="{BB962C8B-B14F-4D97-AF65-F5344CB8AC3E}">
        <p14:creationId xmlns:p14="http://schemas.microsoft.com/office/powerpoint/2010/main" val="32611584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0"/>
        <p:cNvGrpSpPr/>
        <p:nvPr/>
      </p:nvGrpSpPr>
      <p:grpSpPr>
        <a:xfrm>
          <a:off x="0" y="0"/>
          <a:ext cx="0" cy="0"/>
          <a:chOff x="0" y="0"/>
          <a:chExt cx="0" cy="0"/>
        </a:xfrm>
      </p:grpSpPr>
      <p:sp>
        <p:nvSpPr>
          <p:cNvPr id="22" name="Google Shape;22;p4"/>
          <p:cNvSpPr txBox="1">
            <a:spLocks noGrp="1"/>
          </p:cNvSpPr>
          <p:nvPr>
            <p:ph type="title"/>
          </p:nvPr>
        </p:nvSpPr>
        <p:spPr>
          <a:xfrm>
            <a:off x="517200" y="610700"/>
            <a:ext cx="11157600" cy="914800"/>
          </a:xfrm>
          <a:prstGeom prst="rect">
            <a:avLst/>
          </a:prstGeom>
        </p:spPr>
        <p:txBody>
          <a:bodyPr spcFirstLastPara="1" wrap="square" lIns="91425" tIns="91425" rIns="91425" bIns="91425" anchor="b"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r>
              <a:rPr lang="en-US"/>
              <a:t>Click to edit Master title style</a:t>
            </a:r>
            <a:endParaRPr/>
          </a:p>
        </p:txBody>
      </p:sp>
      <p:sp>
        <p:nvSpPr>
          <p:cNvPr id="23" name="Google Shape;23;p4"/>
          <p:cNvSpPr txBox="1">
            <a:spLocks noGrp="1"/>
          </p:cNvSpPr>
          <p:nvPr>
            <p:ph type="body" idx="1"/>
          </p:nvPr>
        </p:nvSpPr>
        <p:spPr>
          <a:xfrm>
            <a:off x="517200" y="1986432"/>
            <a:ext cx="11157600" cy="4105200"/>
          </a:xfrm>
          <a:prstGeom prst="rect">
            <a:avLst/>
          </a:prstGeom>
        </p:spPr>
        <p:txBody>
          <a:bodyPr spcFirstLastPara="1" wrap="square" lIns="91425" tIns="91425" rIns="91425" bIns="91425" anchor="t" anchorCtr="0">
            <a:noAutofit/>
          </a:bodyPr>
          <a:lstStyle>
            <a:lvl1pPr marL="609585" lvl="0" indent="-457189">
              <a:spcBef>
                <a:spcPts val="0"/>
              </a:spcBef>
              <a:spcAft>
                <a:spcPts val="0"/>
              </a:spcAft>
              <a:buSzPts val="1800"/>
              <a:buChar char="●"/>
              <a:defRPr/>
            </a:lvl1pPr>
            <a:lvl2pPr marL="1219170" lvl="1" indent="-423323">
              <a:spcBef>
                <a:spcPts val="2133"/>
              </a:spcBef>
              <a:spcAft>
                <a:spcPts val="0"/>
              </a:spcAft>
              <a:buSzPts val="1400"/>
              <a:buChar char="○"/>
              <a:defRPr/>
            </a:lvl2pPr>
            <a:lvl3pPr marL="1828754" lvl="2" indent="-423323">
              <a:spcBef>
                <a:spcPts val="2133"/>
              </a:spcBef>
              <a:spcAft>
                <a:spcPts val="0"/>
              </a:spcAft>
              <a:buSzPts val="1400"/>
              <a:buChar char="■"/>
              <a:defRPr/>
            </a:lvl3pPr>
            <a:lvl4pPr marL="2438339" lvl="3" indent="-423323">
              <a:spcBef>
                <a:spcPts val="2133"/>
              </a:spcBef>
              <a:spcAft>
                <a:spcPts val="0"/>
              </a:spcAft>
              <a:buSzPts val="1400"/>
              <a:buChar char="●"/>
              <a:defRPr/>
            </a:lvl4pPr>
            <a:lvl5pPr marL="3047924" lvl="4" indent="-423323">
              <a:spcBef>
                <a:spcPts val="2133"/>
              </a:spcBef>
              <a:spcAft>
                <a:spcPts val="0"/>
              </a:spcAft>
              <a:buSzPts val="1400"/>
              <a:buChar char="○"/>
              <a:defRPr/>
            </a:lvl5pPr>
            <a:lvl6pPr marL="3657509" lvl="5" indent="-423323">
              <a:spcBef>
                <a:spcPts val="2133"/>
              </a:spcBef>
              <a:spcAft>
                <a:spcPts val="0"/>
              </a:spcAft>
              <a:buSzPts val="1400"/>
              <a:buChar char="■"/>
              <a:defRPr/>
            </a:lvl6pPr>
            <a:lvl7pPr marL="4267093" lvl="6" indent="-423323">
              <a:spcBef>
                <a:spcPts val="2133"/>
              </a:spcBef>
              <a:spcAft>
                <a:spcPts val="0"/>
              </a:spcAft>
              <a:buSzPts val="1400"/>
              <a:buChar char="●"/>
              <a:defRPr/>
            </a:lvl7pPr>
            <a:lvl8pPr marL="4876678" lvl="7" indent="-423323">
              <a:spcBef>
                <a:spcPts val="2133"/>
              </a:spcBef>
              <a:spcAft>
                <a:spcPts val="0"/>
              </a:spcAft>
              <a:buSzPts val="1400"/>
              <a:buChar char="○"/>
              <a:defRPr/>
            </a:lvl8pPr>
            <a:lvl9pPr marL="5486263" lvl="8" indent="-423323">
              <a:spcBef>
                <a:spcPts val="2133"/>
              </a:spcBef>
              <a:spcAft>
                <a:spcPts val="2133"/>
              </a:spcAft>
              <a:buSzPts val="1400"/>
              <a:buChar char="■"/>
              <a:defRPr/>
            </a:lvl9pPr>
          </a:lstStyle>
          <a:p>
            <a:pPr lvl="0"/>
            <a:r>
              <a:rPr lang="en-US"/>
              <a:t>Click to edit Master text styles</a:t>
            </a:r>
          </a:p>
        </p:txBody>
      </p:sp>
      <p:sp>
        <p:nvSpPr>
          <p:cNvPr id="24" name="Google Shape;24;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algn="r" defTabSz="457200">
              <a:lnSpc>
                <a:spcPct val="100000"/>
              </a:lnSpc>
              <a:buNone/>
              <a:tabLst>
                <a:tab pos="0" algn="l"/>
              </a:tabLst>
            </a:pPr>
            <a:fld id="{B7649D6D-8BCC-4893-8DC7-DB6634D2583A}" type="slidenum">
              <a:rPr lang="en-IE" sz="1200" b="0" strike="noStrike" spc="-1" smtClean="0">
                <a:solidFill>
                  <a:schemeClr val="dk1">
                    <a:tint val="82000"/>
                  </a:schemeClr>
                </a:solidFill>
                <a:latin typeface="Franklin Gothic Book"/>
              </a:rPr>
              <a:t>‹#›</a:t>
            </a:fld>
            <a:endParaRPr lang="en-IE" sz="1200" b="0" strike="noStrike" spc="-1">
              <a:solidFill>
                <a:srgbClr val="000000"/>
              </a:solidFill>
              <a:latin typeface="Times New Roman"/>
            </a:endParaRPr>
          </a:p>
        </p:txBody>
      </p:sp>
    </p:spTree>
    <p:extLst>
      <p:ext uri="{BB962C8B-B14F-4D97-AF65-F5344CB8AC3E}">
        <p14:creationId xmlns:p14="http://schemas.microsoft.com/office/powerpoint/2010/main" val="189848276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6" name="PlaceHolder 1"/>
          <p:cNvSpPr>
            <a:spLocks noGrp="1"/>
          </p:cNvSpPr>
          <p:nvPr>
            <p:ph type="title"/>
          </p:nvPr>
        </p:nvSpPr>
        <p:spPr>
          <a:xfrm>
            <a:off x="838080" y="365040"/>
            <a:ext cx="10514520" cy="1324440"/>
          </a:xfrm>
          <a:prstGeom prst="rect">
            <a:avLst/>
          </a:prstGeom>
          <a:noFill/>
          <a:ln w="0">
            <a:noFill/>
          </a:ln>
        </p:spPr>
        <p:txBody>
          <a:bodyPr lIns="0" tIns="0" rIns="0" bIns="0" anchor="ctr">
            <a:noAutofit/>
          </a:bodyPr>
          <a:lstStyle/>
          <a:p>
            <a:pPr indent="0" algn="ctr">
              <a:buNone/>
            </a:pPr>
            <a:endParaRPr lang="en-IE" sz="4400" b="0" strike="noStrike" spc="-1">
              <a:solidFill>
                <a:srgbClr val="000000"/>
              </a:solidFill>
              <a:latin typeface="Arial"/>
            </a:endParaRPr>
          </a:p>
        </p:txBody>
      </p:sp>
      <p:sp>
        <p:nvSpPr>
          <p:cNvPr id="7" name="PlaceHolder 2"/>
          <p:cNvSpPr>
            <a:spLocks noGrp="1"/>
          </p:cNvSpPr>
          <p:nvPr>
            <p:ph type="subTitle"/>
          </p:nvPr>
        </p:nvSpPr>
        <p:spPr>
          <a:xfrm>
            <a:off x="609480" y="1604520"/>
            <a:ext cx="10972440" cy="3977280"/>
          </a:xfrm>
          <a:prstGeom prst="rect">
            <a:avLst/>
          </a:prstGeom>
          <a:noFill/>
          <a:ln w="0">
            <a:noFill/>
          </a:ln>
        </p:spPr>
        <p:txBody>
          <a:bodyPr lIns="0" tIns="0" rIns="0" bIns="0" anchor="ctr">
            <a:noAutofit/>
          </a:bodyPr>
          <a:lstStyle/>
          <a:p>
            <a:pPr indent="0" algn="ctr">
              <a:buNone/>
            </a:pPr>
            <a:endParaRPr lang="en-IE" sz="3200" b="0" strike="noStrike" spc="-1">
              <a:solidFill>
                <a:srgbClr val="000000"/>
              </a:solidFill>
              <a:latin typeface="Arial"/>
            </a:endParaRPr>
          </a:p>
        </p:txBody>
      </p:sp>
      <p:sp>
        <p:nvSpPr>
          <p:cNvPr id="4" name="PlaceHolder 3"/>
          <p:cNvSpPr>
            <a:spLocks noGrp="1"/>
          </p:cNvSpPr>
          <p:nvPr>
            <p:ph type="ftr" idx="1"/>
          </p:nvPr>
        </p:nvSpPr>
        <p:spPr/>
        <p:txBody>
          <a:bodyPr/>
          <a:lstStyle/>
          <a:p>
            <a:r>
              <a:t>Footer</a:t>
            </a:r>
          </a:p>
        </p:txBody>
      </p:sp>
      <p:sp>
        <p:nvSpPr>
          <p:cNvPr id="5" name="PlaceHolder 4"/>
          <p:cNvSpPr>
            <a:spLocks noGrp="1"/>
          </p:cNvSpPr>
          <p:nvPr>
            <p:ph type="sldNum" idx="2"/>
          </p:nvPr>
        </p:nvSpPr>
        <p:spPr/>
        <p:txBody>
          <a:bodyPr/>
          <a:lstStyle/>
          <a:p>
            <a:fld id="{E826660C-0F94-4A87-9E98-4FF9CEE0E301}" type="slidenum">
              <a:t>‹#›</a:t>
            </a:fld>
            <a:endParaRPr/>
          </a:p>
        </p:txBody>
      </p:sp>
      <p:sp>
        <p:nvSpPr>
          <p:cNvPr id="2" name="PlaceHolder 5"/>
          <p:cNvSpPr>
            <a:spLocks noGrp="1"/>
          </p:cNvSpPr>
          <p:nvPr>
            <p:ph type="dt" idx="3"/>
          </p:nvPr>
        </p:nvSpPr>
        <p:spPr/>
        <p:txBody>
          <a:bodyPr/>
          <a:lstStyle/>
          <a:p>
            <a:endParaRPr/>
          </a:p>
        </p:txBody>
      </p:sp>
    </p:spTree>
    <p:extLst>
      <p:ext uri="{BB962C8B-B14F-4D97-AF65-F5344CB8AC3E}">
        <p14:creationId xmlns:p14="http://schemas.microsoft.com/office/powerpoint/2010/main" val="84266070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13" Type="http://schemas.openxmlformats.org/officeDocument/2006/relationships/slideLayout" Target="../slideLayouts/slideLayout14.xml"/><Relationship Id="rId3" Type="http://schemas.openxmlformats.org/officeDocument/2006/relationships/slideLayout" Target="../slideLayouts/slideLayout4.xml"/><Relationship Id="rId7" Type="http://schemas.openxmlformats.org/officeDocument/2006/relationships/slideLayout" Target="../slideLayouts/slideLayout8.xml"/><Relationship Id="rId12" Type="http://schemas.openxmlformats.org/officeDocument/2006/relationships/slideLayout" Target="../slideLayouts/slideLayout13.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5" Type="http://schemas.openxmlformats.org/officeDocument/2006/relationships/slideLayout" Target="../slideLayouts/slideLayout6.xml"/><Relationship Id="rId15" Type="http://schemas.openxmlformats.org/officeDocument/2006/relationships/image" Target="../media/image1.png"/><Relationship Id="rId10" Type="http://schemas.openxmlformats.org/officeDocument/2006/relationships/slideLayout" Target="../slideLayouts/slideLayout11.xml"/><Relationship Id="rId4" Type="http://schemas.openxmlformats.org/officeDocument/2006/relationships/slideLayout" Target="../slideLayouts/slideLayout5.xml"/><Relationship Id="rId9" Type="http://schemas.openxmlformats.org/officeDocument/2006/relationships/slideLayout" Target="../slideLayouts/slideLayout1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32" name="Picture 7" descr="A logo for a college&#10;&#10;AI-generated content may be incorrect."/>
          <p:cNvPicPr/>
          <p:nvPr/>
        </p:nvPicPr>
        <p:blipFill>
          <a:blip r:embed="rId3"/>
          <a:srcRect l="13218" t="10374" r="14363" b="17513"/>
          <a:stretch/>
        </p:blipFill>
        <p:spPr>
          <a:xfrm>
            <a:off x="10557000" y="185760"/>
            <a:ext cx="1377360" cy="1371600"/>
          </a:xfrm>
          <a:prstGeom prst="rect">
            <a:avLst/>
          </a:prstGeom>
          <a:ln w="0">
            <a:noFill/>
          </a:ln>
        </p:spPr>
      </p:pic>
      <p:sp>
        <p:nvSpPr>
          <p:cNvPr id="33" name="PlaceHolder 1"/>
          <p:cNvSpPr>
            <a:spLocks noGrp="1"/>
          </p:cNvSpPr>
          <p:nvPr>
            <p:ph type="ftr" idx="16"/>
          </p:nvPr>
        </p:nvSpPr>
        <p:spPr>
          <a:xfrm>
            <a:off x="4038480" y="6356520"/>
            <a:ext cx="4113720" cy="36396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IE" sz="1400" b="0" strike="noStrike" spc="-1">
                <a:solidFill>
                  <a:srgbClr val="000000"/>
                </a:solidFill>
                <a:latin typeface="Times New Roman"/>
              </a:defRPr>
            </a:lvl1pPr>
          </a:lstStyle>
          <a:p>
            <a:pPr indent="0" algn="ctr">
              <a:lnSpc>
                <a:spcPct val="100000"/>
              </a:lnSpc>
              <a:buNone/>
              <a:tabLst>
                <a:tab pos="0" algn="l"/>
              </a:tabLst>
            </a:pPr>
            <a:r>
              <a:rPr lang="en-IE" sz="1400" b="0" strike="noStrike" spc="-1">
                <a:solidFill>
                  <a:srgbClr val="000000"/>
                </a:solidFill>
                <a:latin typeface="Times New Roman"/>
              </a:rPr>
              <a:t>&lt;footer&gt;</a:t>
            </a:r>
          </a:p>
        </p:txBody>
      </p:sp>
      <p:sp>
        <p:nvSpPr>
          <p:cNvPr id="34" name="PlaceHolder 2"/>
          <p:cNvSpPr>
            <a:spLocks noGrp="1"/>
          </p:cNvSpPr>
          <p:nvPr>
            <p:ph type="sldNum" idx="17"/>
          </p:nvPr>
        </p:nvSpPr>
        <p:spPr>
          <a:xfrm>
            <a:off x="8610480" y="6356520"/>
            <a:ext cx="2742120" cy="36396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IE" sz="1200" b="0" strike="noStrike" spc="-1">
                <a:solidFill>
                  <a:schemeClr val="dk1">
                    <a:tint val="82000"/>
                  </a:schemeClr>
                </a:solidFill>
                <a:latin typeface="Franklin Gothic Book"/>
              </a:defRPr>
            </a:lvl1pPr>
          </a:lstStyle>
          <a:p>
            <a:pPr indent="0" algn="r" defTabSz="457200">
              <a:lnSpc>
                <a:spcPct val="100000"/>
              </a:lnSpc>
              <a:buNone/>
              <a:tabLst>
                <a:tab pos="0" algn="l"/>
              </a:tabLst>
            </a:pPr>
            <a:fld id="{49C88E78-AA00-4B73-B005-A5F753C873EF}" type="slidenum">
              <a:rPr lang="en-IE" sz="1200" b="0" strike="noStrike" spc="-1">
                <a:solidFill>
                  <a:schemeClr val="dk1">
                    <a:tint val="82000"/>
                  </a:schemeClr>
                </a:solidFill>
                <a:latin typeface="Franklin Gothic Book"/>
              </a:rPr>
              <a:t>‹#›</a:t>
            </a:fld>
            <a:endParaRPr lang="en-IE" sz="1200" b="0" strike="noStrike" spc="-1">
              <a:solidFill>
                <a:srgbClr val="000000"/>
              </a:solidFill>
              <a:latin typeface="Times New Roman"/>
            </a:endParaRPr>
          </a:p>
        </p:txBody>
      </p:sp>
      <p:sp>
        <p:nvSpPr>
          <p:cNvPr id="35" name="PlaceHolder 3"/>
          <p:cNvSpPr>
            <a:spLocks noGrp="1"/>
          </p:cNvSpPr>
          <p:nvPr>
            <p:ph type="dt" idx="18"/>
          </p:nvPr>
        </p:nvSpPr>
        <p:spPr>
          <a:xfrm>
            <a:off x="838080" y="6356520"/>
            <a:ext cx="2742120" cy="363960"/>
          </a:xfrm>
          <a:prstGeom prst="rect">
            <a:avLst/>
          </a:prstGeom>
          <a:noFill/>
          <a:ln w="0">
            <a:noFill/>
          </a:ln>
        </p:spPr>
        <p:txBody>
          <a:bodyPr lIns="91440" tIns="45720" rIns="91440" bIns="45720" anchor="ctr">
            <a:noAutofit/>
          </a:bodyPr>
          <a:lstStyle>
            <a:lvl1pPr indent="0">
              <a:buNone/>
              <a:defRPr lang="en-IE" sz="1400" b="0" strike="noStrike" spc="-1">
                <a:solidFill>
                  <a:srgbClr val="000000"/>
                </a:solidFill>
                <a:latin typeface="Times New Roman"/>
              </a:defRPr>
            </a:lvl1pPr>
          </a:lstStyle>
          <a:p>
            <a:pPr indent="0">
              <a:buNone/>
            </a:pPr>
            <a:r>
              <a:rPr lang="en-IE" sz="1400" b="0" strike="noStrike" spc="-1">
                <a:solidFill>
                  <a:srgbClr val="000000"/>
                </a:solidFill>
                <a:latin typeface="Times New Roman"/>
              </a:rPr>
              <a:t>&lt;date/time&gt;</a:t>
            </a: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descr="A logo for a college&#10;&#10;AI-generated content may be incorrect.">
            <a:extLst>
              <a:ext uri="{FF2B5EF4-FFF2-40B4-BE49-F238E27FC236}">
                <a16:creationId xmlns:a16="http://schemas.microsoft.com/office/drawing/2014/main" id="{1C360B2B-5A98-7E0F-8727-8E4EBE3EB668}"/>
              </a:ext>
            </a:extLst>
          </p:cNvPr>
          <p:cNvPicPr>
            <a:picLocks noChangeAspect="1"/>
          </p:cNvPicPr>
          <p:nvPr/>
        </p:nvPicPr>
        <p:blipFill>
          <a:blip r:embed="rId15">
            <a:extLst>
              <a:ext uri="{28A0092B-C50C-407E-A947-70E740481C1C}">
                <a14:useLocalDpi xmlns:a14="http://schemas.microsoft.com/office/drawing/2010/main" val="0"/>
              </a:ext>
            </a:extLst>
          </a:blip>
          <a:srcRect l="13219" t="10376" r="14368" b="17519"/>
          <a:stretch/>
        </p:blipFill>
        <p:spPr>
          <a:xfrm>
            <a:off x="10557166" y="185739"/>
            <a:ext cx="1378527" cy="1372629"/>
          </a:xfrm>
          <a:prstGeom prst="rect">
            <a:avLst/>
          </a:prstGeom>
        </p:spPr>
      </p:pic>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pPr indent="0">
              <a:buNone/>
            </a:pPr>
            <a:r>
              <a:rPr lang="en-IE" sz="1400" b="0" strike="noStrike" spc="-1">
                <a:solidFill>
                  <a:srgbClr val="000000"/>
                </a:solidFill>
                <a:latin typeface="Times New Roman"/>
              </a:rPr>
              <a:t>&lt;date/time&gt;</a:t>
            </a:r>
          </a:p>
        </p:txBody>
      </p:sp>
      <p:sp>
        <p:nvSpPr>
          <p:cNvPr id="5" name="Footer Placeholder 4"/>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pPr indent="0" algn="ctr">
              <a:lnSpc>
                <a:spcPct val="100000"/>
              </a:lnSpc>
              <a:buNone/>
              <a:tabLst>
                <a:tab pos="0" algn="l"/>
              </a:tabLst>
            </a:pPr>
            <a:r>
              <a:rPr lang="en-IE" sz="1400" b="0" strike="noStrike" spc="-1">
                <a:solidFill>
                  <a:srgbClr val="000000"/>
                </a:solidFill>
                <a:latin typeface="Times New Roman"/>
              </a:rPr>
              <a:t>&lt;footer&gt;</a:t>
            </a:r>
          </a:p>
        </p:txBody>
      </p:sp>
      <p:sp>
        <p:nvSpPr>
          <p:cNvPr id="6" name="Slide Number Placeholder 5"/>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pPr indent="0" algn="r" defTabSz="457200">
              <a:lnSpc>
                <a:spcPct val="100000"/>
              </a:lnSpc>
              <a:buNone/>
              <a:tabLst>
                <a:tab pos="0" algn="l"/>
              </a:tabLst>
            </a:pPr>
            <a:fld id="{49C88E78-AA00-4B73-B005-A5F753C873EF}" type="slidenum">
              <a:rPr lang="en-IE" sz="1200" b="0" strike="noStrike" spc="-1" smtClean="0">
                <a:solidFill>
                  <a:schemeClr val="dk1">
                    <a:tint val="82000"/>
                  </a:schemeClr>
                </a:solidFill>
                <a:latin typeface="Franklin Gothic Book"/>
              </a:rPr>
              <a:t>‹#›</a:t>
            </a:fld>
            <a:endParaRPr lang="en-IE" sz="1200" b="0" strike="noStrike" spc="-1">
              <a:solidFill>
                <a:srgbClr val="000000"/>
              </a:solidFill>
              <a:latin typeface="Times New Roman"/>
            </a:endParaRPr>
          </a:p>
        </p:txBody>
      </p:sp>
    </p:spTree>
    <p:extLst>
      <p:ext uri="{BB962C8B-B14F-4D97-AF65-F5344CB8AC3E}">
        <p14:creationId xmlns:p14="http://schemas.microsoft.com/office/powerpoint/2010/main" val="4177249956"/>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Lst>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PlaceHolder 2"/>
          <p:cNvSpPr>
            <a:spLocks noGrp="1"/>
          </p:cNvSpPr>
          <p:nvPr>
            <p:ph type="subTitle"/>
          </p:nvPr>
        </p:nvSpPr>
        <p:spPr>
          <a:xfrm>
            <a:off x="1523880" y="3602160"/>
            <a:ext cx="9142920" cy="1654560"/>
          </a:xfrm>
          <a:prstGeom prst="rect">
            <a:avLst/>
          </a:prstGeom>
          <a:noFill/>
          <a:ln w="0">
            <a:noFill/>
          </a:ln>
        </p:spPr>
        <p:txBody>
          <a:bodyPr lIns="91440" tIns="45720" rIns="91440" bIns="45720" anchor="t">
            <a:noAutofit/>
          </a:bodyPr>
          <a:lstStyle/>
          <a:p>
            <a:pPr indent="0" algn="ctr" defTabSz="914400">
              <a:lnSpc>
                <a:spcPct val="90000"/>
              </a:lnSpc>
              <a:spcBef>
                <a:spcPts val="1001"/>
              </a:spcBef>
              <a:buNone/>
              <a:tabLst>
                <a:tab pos="0" algn="l"/>
              </a:tabLst>
            </a:pPr>
            <a:r>
              <a:rPr lang="en-IE" sz="2400" b="0" strike="noStrike" spc="-1">
                <a:solidFill>
                  <a:schemeClr val="dk1"/>
                </a:solidFill>
                <a:latin typeface="Franklin Gothic Book"/>
              </a:rPr>
              <a:t>Lesson 02 – Variables and Datatypes</a:t>
            </a:r>
            <a:endParaRPr lang="en-IE" sz="2400" b="0" strike="noStrike" spc="-1">
              <a:solidFill>
                <a:srgbClr val="000000"/>
              </a:solidFill>
              <a:latin typeface="Arial"/>
            </a:endParaRPr>
          </a:p>
        </p:txBody>
      </p:sp>
      <p:sp>
        <p:nvSpPr>
          <p:cNvPr id="68" name="PlaceHolder 1"/>
          <p:cNvSpPr>
            <a:spLocks noGrp="1"/>
          </p:cNvSpPr>
          <p:nvPr>
            <p:ph type="title"/>
          </p:nvPr>
        </p:nvSpPr>
        <p:spPr>
          <a:xfrm>
            <a:off x="1523880" y="1122480"/>
            <a:ext cx="9142920" cy="2386440"/>
          </a:xfrm>
          <a:prstGeom prst="rect">
            <a:avLst/>
          </a:prstGeom>
          <a:noFill/>
          <a:ln w="0">
            <a:noFill/>
          </a:ln>
        </p:spPr>
        <p:txBody>
          <a:bodyPr lIns="91440" tIns="45720" rIns="91440" bIns="45720" anchor="b">
            <a:noAutofit/>
          </a:bodyPr>
          <a:lstStyle/>
          <a:p>
            <a:pPr indent="0" algn="ctr" defTabSz="914400">
              <a:lnSpc>
                <a:spcPct val="90000"/>
              </a:lnSpc>
              <a:buNone/>
              <a:tabLst>
                <a:tab pos="0" algn="l"/>
              </a:tabLst>
            </a:pPr>
            <a:r>
              <a:rPr lang="en-IE" sz="6000" b="0" strike="noStrike" spc="-1" dirty="0">
                <a:solidFill>
                  <a:schemeClr val="dk1"/>
                </a:solidFill>
                <a:latin typeface="Franklin Gothic Medium"/>
              </a:rPr>
              <a:t>TY Coding</a:t>
            </a:r>
            <a:endParaRPr lang="en-IE" sz="6000" b="0" strike="noStrike" spc="-1" dirty="0">
              <a:solidFill>
                <a:srgbClr val="000000"/>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10330132-AFC5-8EAB-D188-ABA099B81FB8}"/>
              </a:ext>
            </a:extLst>
          </p:cNvPr>
          <p:cNvSpPr>
            <a:spLocks noGrp="1"/>
          </p:cNvSpPr>
          <p:nvPr>
            <p:ph type="subTitle"/>
          </p:nvPr>
        </p:nvSpPr>
        <p:spPr/>
        <p:txBody>
          <a:bodyPr/>
          <a:lstStyle/>
          <a:p>
            <a:r>
              <a:rPr lang="en-IE" dirty="0"/>
              <a:t>In the first lesson we learned</a:t>
            </a:r>
          </a:p>
          <a:p>
            <a:pPr lvl="1"/>
            <a:r>
              <a:rPr lang="en-GB" dirty="0"/>
              <a:t>Characters: which are any single thing we can output using our keyboard.</a:t>
            </a:r>
          </a:p>
          <a:p>
            <a:pPr lvl="1"/>
            <a:r>
              <a:rPr lang="en-GB" dirty="0"/>
              <a:t>Strings: which are groups of 2 or more characters.</a:t>
            </a:r>
          </a:p>
          <a:p>
            <a:pPr lvl="1"/>
            <a:r>
              <a:rPr lang="en-GB" dirty="0"/>
              <a:t>Quotation marks: that characters and strings need to be surrounded by quotation marks.</a:t>
            </a:r>
          </a:p>
          <a:p>
            <a:pPr lvl="1"/>
            <a:r>
              <a:rPr lang="en-GB" dirty="0"/>
              <a:t>Functions: which are reusable pieces of code that do a task for us.</a:t>
            </a:r>
          </a:p>
          <a:p>
            <a:pPr lvl="1"/>
            <a:r>
              <a:rPr lang="en-GB" dirty="0"/>
              <a:t>How to use the print function to output to our screens: print()</a:t>
            </a:r>
          </a:p>
          <a:p>
            <a:endParaRPr lang="en-IE" dirty="0"/>
          </a:p>
        </p:txBody>
      </p:sp>
      <p:sp>
        <p:nvSpPr>
          <p:cNvPr id="2" name="Title 1">
            <a:extLst>
              <a:ext uri="{FF2B5EF4-FFF2-40B4-BE49-F238E27FC236}">
                <a16:creationId xmlns:a16="http://schemas.microsoft.com/office/drawing/2014/main" id="{700DA2B1-1E64-3A64-D619-424C793EF290}"/>
              </a:ext>
            </a:extLst>
          </p:cNvPr>
          <p:cNvSpPr>
            <a:spLocks noGrp="1"/>
          </p:cNvSpPr>
          <p:nvPr>
            <p:ph type="title"/>
          </p:nvPr>
        </p:nvSpPr>
        <p:spPr/>
        <p:txBody>
          <a:bodyPr/>
          <a:lstStyle/>
          <a:p>
            <a:r>
              <a:rPr lang="en-IE" dirty="0"/>
              <a:t>Lesson 01 Recap	</a:t>
            </a:r>
          </a:p>
        </p:txBody>
      </p:sp>
    </p:spTree>
    <p:extLst>
      <p:ext uri="{BB962C8B-B14F-4D97-AF65-F5344CB8AC3E}">
        <p14:creationId xmlns:p14="http://schemas.microsoft.com/office/powerpoint/2010/main" val="24462386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oogle Shape;338;p17" descr="A close up of a logo&#10;&#10;Description automatically generated">
            <a:extLst>
              <a:ext uri="{FF2B5EF4-FFF2-40B4-BE49-F238E27FC236}">
                <a16:creationId xmlns:a16="http://schemas.microsoft.com/office/drawing/2014/main" id="{D7E0BE56-5152-8177-2A85-7C57B8695477}"/>
              </a:ext>
            </a:extLst>
          </p:cNvPr>
          <p:cNvPicPr preferRelativeResize="0">
            <a:picLocks/>
          </p:cNvPicPr>
          <p:nvPr/>
        </p:nvPicPr>
        <p:blipFill rotWithShape="1">
          <a:blip r:embed="rId2"/>
          <a:stretch/>
        </p:blipFill>
        <p:spPr>
          <a:xfrm>
            <a:off x="2743218" y="3163529"/>
            <a:ext cx="6705563" cy="2782808"/>
          </a:xfrm>
          <a:prstGeom prst="rect">
            <a:avLst/>
          </a:prstGeom>
          <a:noFill/>
        </p:spPr>
      </p:pic>
      <p:sp>
        <p:nvSpPr>
          <p:cNvPr id="5" name="PlaceHolder 1">
            <a:extLst>
              <a:ext uri="{FF2B5EF4-FFF2-40B4-BE49-F238E27FC236}">
                <a16:creationId xmlns:a16="http://schemas.microsoft.com/office/drawing/2014/main" id="{F3436604-A3BD-4053-4F1D-D2BA37FFD5C0}"/>
              </a:ext>
            </a:extLst>
          </p:cNvPr>
          <p:cNvSpPr txBox="1">
            <a:spLocks/>
          </p:cNvSpPr>
          <p:nvPr/>
        </p:nvSpPr>
        <p:spPr>
          <a:xfrm>
            <a:off x="1523880" y="1122480"/>
            <a:ext cx="9142920" cy="1601055"/>
          </a:xfrm>
          <a:prstGeom prst="rect">
            <a:avLst/>
          </a:prstGeom>
          <a:noFill/>
          <a:ln w="0">
            <a:noFill/>
          </a:ln>
        </p:spPr>
        <p:txBody>
          <a:bodyPr lIns="91440" tIns="45720" rIns="91440" bIns="45720" anchor="b">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tabLst>
                <a:tab pos="0" algn="l"/>
              </a:tabLst>
            </a:pPr>
            <a:r>
              <a:rPr lang="en-IE" sz="6000" spc="-1" dirty="0">
                <a:solidFill>
                  <a:schemeClr val="dk1"/>
                </a:solidFill>
                <a:latin typeface="Franklin Gothic Medium"/>
              </a:rPr>
              <a:t>Part 1 - Variables</a:t>
            </a:r>
            <a:endParaRPr lang="en-IE" sz="6000" spc="-1" dirty="0">
              <a:solidFill>
                <a:srgbClr val="000000"/>
              </a:solidFill>
              <a:latin typeface="Arial"/>
            </a:endParaRPr>
          </a:p>
        </p:txBody>
      </p:sp>
    </p:spTree>
    <p:extLst>
      <p:ext uri="{BB962C8B-B14F-4D97-AF65-F5344CB8AC3E}">
        <p14:creationId xmlns:p14="http://schemas.microsoft.com/office/powerpoint/2010/main" val="2071624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EC2A72F-3D6E-EA35-AC73-88BE5A933223}"/>
              </a:ext>
            </a:extLst>
          </p:cNvPr>
          <p:cNvSpPr>
            <a:spLocks noGrp="1"/>
          </p:cNvSpPr>
          <p:nvPr>
            <p:ph type="title"/>
          </p:nvPr>
        </p:nvSpPr>
        <p:spPr/>
        <p:txBody>
          <a:bodyPr/>
          <a:lstStyle/>
          <a:p>
            <a:r>
              <a:rPr lang="en-IE" dirty="0"/>
              <a:t>What is a Variable</a:t>
            </a:r>
          </a:p>
        </p:txBody>
      </p:sp>
      <p:sp>
        <p:nvSpPr>
          <p:cNvPr id="5" name="Content Placeholder 4">
            <a:extLst>
              <a:ext uri="{FF2B5EF4-FFF2-40B4-BE49-F238E27FC236}">
                <a16:creationId xmlns:a16="http://schemas.microsoft.com/office/drawing/2014/main" id="{BF25E50F-EEED-1988-7296-9B451FD1E7BF}"/>
              </a:ext>
            </a:extLst>
          </p:cNvPr>
          <p:cNvSpPr>
            <a:spLocks noGrp="1"/>
          </p:cNvSpPr>
          <p:nvPr>
            <p:ph sz="half" idx="1"/>
          </p:nvPr>
        </p:nvSpPr>
        <p:spPr>
          <a:xfrm>
            <a:off x="838200" y="1825625"/>
            <a:ext cx="4648200" cy="4351339"/>
          </a:xfrm>
        </p:spPr>
        <p:txBody>
          <a:bodyPr>
            <a:normAutofit fontScale="85000" lnSpcReduction="20000"/>
          </a:bodyPr>
          <a:lstStyle/>
          <a:p>
            <a:pPr marL="0" lvl="0" indent="0">
              <a:lnSpc>
                <a:spcPct val="110000"/>
              </a:lnSpc>
              <a:spcBef>
                <a:spcPts val="0"/>
              </a:spcBef>
              <a:buSzPts val="1500"/>
              <a:buNone/>
            </a:pPr>
            <a:r>
              <a:rPr lang="en-GB" dirty="0"/>
              <a:t>What is a variable?</a:t>
            </a:r>
          </a:p>
          <a:p>
            <a:pPr indent="-342900">
              <a:lnSpc>
                <a:spcPct val="110000"/>
              </a:lnSpc>
              <a:buSzPts val="1500"/>
            </a:pPr>
            <a:r>
              <a:rPr lang="en-GB" dirty="0"/>
              <a:t>A variable is a container that we can create in our program to store a value.</a:t>
            </a:r>
          </a:p>
          <a:p>
            <a:pPr indent="-342900">
              <a:lnSpc>
                <a:spcPct val="110000"/>
              </a:lnSpc>
              <a:buSzPts val="1500"/>
            </a:pPr>
            <a:r>
              <a:rPr lang="en-GB" dirty="0"/>
              <a:t>What values can a variable store?</a:t>
            </a:r>
          </a:p>
          <a:p>
            <a:pPr indent="-342900">
              <a:lnSpc>
                <a:spcPct val="110000"/>
              </a:lnSpc>
              <a:buSzPts val="1500"/>
            </a:pPr>
            <a:r>
              <a:rPr lang="en-GB" dirty="0"/>
              <a:t>In python, there are different types of values which we call data types.</a:t>
            </a:r>
          </a:p>
          <a:p>
            <a:pPr indent="-342900">
              <a:lnSpc>
                <a:spcPct val="110000"/>
              </a:lnSpc>
              <a:buSzPts val="1500"/>
            </a:pPr>
            <a:r>
              <a:rPr lang="en-GB" dirty="0"/>
              <a:t>A variable can be used to store any of these data types.</a:t>
            </a:r>
          </a:p>
          <a:p>
            <a:endParaRPr lang="en-IE" dirty="0"/>
          </a:p>
        </p:txBody>
      </p:sp>
      <p:graphicFrame>
        <p:nvGraphicFramePr>
          <p:cNvPr id="7" name="Google Shape;347;p18">
            <a:extLst>
              <a:ext uri="{FF2B5EF4-FFF2-40B4-BE49-F238E27FC236}">
                <a16:creationId xmlns:a16="http://schemas.microsoft.com/office/drawing/2014/main" id="{4718D9D8-32BB-230B-C847-3A8C4179DFAA}"/>
              </a:ext>
            </a:extLst>
          </p:cNvPr>
          <p:cNvGraphicFramePr/>
          <p:nvPr>
            <p:extLst>
              <p:ext uri="{D42A27DB-BD31-4B8C-83A1-F6EECF244321}">
                <p14:modId xmlns:p14="http://schemas.microsoft.com/office/powerpoint/2010/main" val="4003248759"/>
              </p:ext>
            </p:extLst>
          </p:nvPr>
        </p:nvGraphicFramePr>
        <p:xfrm>
          <a:off x="5651766" y="1868264"/>
          <a:ext cx="6299875" cy="4308700"/>
        </p:xfrm>
        <a:graphic>
          <a:graphicData uri="http://schemas.openxmlformats.org/drawingml/2006/table">
            <a:tbl>
              <a:tblPr firstRow="1" bandRow="1">
                <a:tableStyleId>{08FB837D-C827-4EFA-A057-4D05807E0F7C}</a:tableStyleId>
              </a:tblPr>
              <a:tblGrid>
                <a:gridCol w="1576825">
                  <a:extLst>
                    <a:ext uri="{9D8B030D-6E8A-4147-A177-3AD203B41FA5}">
                      <a16:colId xmlns:a16="http://schemas.microsoft.com/office/drawing/2014/main" val="20000"/>
                    </a:ext>
                  </a:extLst>
                </a:gridCol>
                <a:gridCol w="1351225">
                  <a:extLst>
                    <a:ext uri="{9D8B030D-6E8A-4147-A177-3AD203B41FA5}">
                      <a16:colId xmlns:a16="http://schemas.microsoft.com/office/drawing/2014/main" val="20001"/>
                    </a:ext>
                  </a:extLst>
                </a:gridCol>
                <a:gridCol w="1814300">
                  <a:extLst>
                    <a:ext uri="{9D8B030D-6E8A-4147-A177-3AD203B41FA5}">
                      <a16:colId xmlns:a16="http://schemas.microsoft.com/office/drawing/2014/main" val="20002"/>
                    </a:ext>
                  </a:extLst>
                </a:gridCol>
                <a:gridCol w="1557525">
                  <a:extLst>
                    <a:ext uri="{9D8B030D-6E8A-4147-A177-3AD203B41FA5}">
                      <a16:colId xmlns:a16="http://schemas.microsoft.com/office/drawing/2014/main" val="20003"/>
                    </a:ext>
                  </a:extLst>
                </a:gridCol>
              </a:tblGrid>
              <a:tr h="632625">
                <a:tc>
                  <a:txBody>
                    <a:bodyPr/>
                    <a:lstStyle/>
                    <a:p>
                      <a:pPr marL="0" marR="0" lvl="0" indent="0" algn="ctr" rtl="0">
                        <a:spcBef>
                          <a:spcPts val="0"/>
                        </a:spcBef>
                        <a:spcAft>
                          <a:spcPts val="0"/>
                        </a:spcAft>
                        <a:buNone/>
                      </a:pPr>
                      <a:r>
                        <a:rPr lang="en-IE" sz="1700" u="none" strike="noStrike" cap="none" dirty="0"/>
                        <a:t>Data type</a:t>
                      </a:r>
                      <a:endParaRPr dirty="0"/>
                    </a:p>
                  </a:txBody>
                  <a:tcPr marL="85500" marR="85500" marT="42750" marB="42750"/>
                </a:tc>
                <a:tc>
                  <a:txBody>
                    <a:bodyPr/>
                    <a:lstStyle/>
                    <a:p>
                      <a:pPr marL="0" marR="0" lvl="0" indent="0" algn="ctr" rtl="0">
                        <a:spcBef>
                          <a:spcPts val="0"/>
                        </a:spcBef>
                        <a:spcAft>
                          <a:spcPts val="0"/>
                        </a:spcAft>
                        <a:buNone/>
                      </a:pPr>
                      <a:r>
                        <a:rPr lang="en-IE" sz="1700" u="none" strike="noStrike" cap="none"/>
                        <a:t>Short-hand name</a:t>
                      </a:r>
                      <a:endParaRPr/>
                    </a:p>
                  </a:txBody>
                  <a:tcPr marL="85500" marR="85500" marT="42750" marB="42750"/>
                </a:tc>
                <a:tc>
                  <a:txBody>
                    <a:bodyPr/>
                    <a:lstStyle/>
                    <a:p>
                      <a:pPr marL="0" marR="0" lvl="0" indent="0" algn="ctr" rtl="0">
                        <a:spcBef>
                          <a:spcPts val="0"/>
                        </a:spcBef>
                        <a:spcAft>
                          <a:spcPts val="0"/>
                        </a:spcAft>
                        <a:buNone/>
                      </a:pPr>
                      <a:r>
                        <a:rPr lang="en-IE" sz="1700" u="none" strike="noStrike" cap="none" dirty="0"/>
                        <a:t>Description of data type</a:t>
                      </a:r>
                      <a:endParaRPr dirty="0"/>
                    </a:p>
                  </a:txBody>
                  <a:tcPr marL="85500" marR="85500" marT="42750" marB="42750"/>
                </a:tc>
                <a:tc>
                  <a:txBody>
                    <a:bodyPr/>
                    <a:lstStyle/>
                    <a:p>
                      <a:pPr marL="0" marR="0" lvl="0" indent="0" algn="ctr" rtl="0">
                        <a:spcBef>
                          <a:spcPts val="0"/>
                        </a:spcBef>
                        <a:spcAft>
                          <a:spcPts val="0"/>
                        </a:spcAft>
                        <a:buClr>
                          <a:schemeClr val="dk1"/>
                        </a:buClr>
                        <a:buSzPts val="1700"/>
                        <a:buFont typeface="Twentieth Century"/>
                        <a:buNone/>
                      </a:pPr>
                      <a:r>
                        <a:rPr lang="en-IE" sz="1700" u="none" strike="noStrike" cap="none"/>
                        <a:t>Example of data type</a:t>
                      </a:r>
                      <a:endParaRPr/>
                    </a:p>
                  </a:txBody>
                  <a:tcPr marL="85500" marR="85500" marT="42750" marB="42750"/>
                </a:tc>
                <a:extLst>
                  <a:ext uri="{0D108BD9-81ED-4DB2-BD59-A6C34878D82A}">
                    <a16:rowId xmlns:a16="http://schemas.microsoft.com/office/drawing/2014/main" val="10000"/>
                  </a:ext>
                </a:extLst>
              </a:tr>
              <a:tr h="632625">
                <a:tc>
                  <a:txBody>
                    <a:bodyPr/>
                    <a:lstStyle/>
                    <a:p>
                      <a:pPr marL="0" marR="0" lvl="0" indent="0" algn="ctr" rtl="0">
                        <a:spcBef>
                          <a:spcPts val="0"/>
                        </a:spcBef>
                        <a:spcAft>
                          <a:spcPts val="0"/>
                        </a:spcAft>
                        <a:buNone/>
                      </a:pPr>
                      <a:r>
                        <a:rPr lang="en-IE" sz="1700" u="none" strike="noStrike" cap="none" dirty="0"/>
                        <a:t>Integer number</a:t>
                      </a:r>
                      <a:endParaRPr dirty="0"/>
                    </a:p>
                  </a:txBody>
                  <a:tcPr marL="85500" marR="85500" marT="42750" marB="42750"/>
                </a:tc>
                <a:tc>
                  <a:txBody>
                    <a:bodyPr/>
                    <a:lstStyle/>
                    <a:p>
                      <a:pPr marL="0" marR="0" lvl="0" indent="0" algn="ctr" rtl="0">
                        <a:spcBef>
                          <a:spcPts val="0"/>
                        </a:spcBef>
                        <a:spcAft>
                          <a:spcPts val="0"/>
                        </a:spcAft>
                        <a:buNone/>
                      </a:pPr>
                      <a:r>
                        <a:rPr lang="en-IE" sz="1700" u="none" strike="noStrike" cap="none" dirty="0"/>
                        <a:t>int</a:t>
                      </a:r>
                      <a:endParaRPr dirty="0"/>
                    </a:p>
                  </a:txBody>
                  <a:tcPr marL="85500" marR="85500" marT="42750" marB="42750"/>
                </a:tc>
                <a:tc>
                  <a:txBody>
                    <a:bodyPr/>
                    <a:lstStyle/>
                    <a:p>
                      <a:pPr marL="0" marR="0" lvl="0" indent="0" algn="ctr" rtl="0">
                        <a:spcBef>
                          <a:spcPts val="0"/>
                        </a:spcBef>
                        <a:spcAft>
                          <a:spcPts val="0"/>
                        </a:spcAft>
                        <a:buNone/>
                      </a:pPr>
                      <a:r>
                        <a:rPr lang="en-IE" sz="1700" u="none" strike="noStrike" cap="none"/>
                        <a:t>An int is a whole number</a:t>
                      </a:r>
                      <a:endParaRPr/>
                    </a:p>
                  </a:txBody>
                  <a:tcPr marL="85500" marR="85500" marT="42750" marB="42750"/>
                </a:tc>
                <a:tc>
                  <a:txBody>
                    <a:bodyPr/>
                    <a:lstStyle/>
                    <a:p>
                      <a:pPr marL="0" marR="0" lvl="0" indent="0" algn="ctr" rtl="0">
                        <a:spcBef>
                          <a:spcPts val="0"/>
                        </a:spcBef>
                        <a:spcAft>
                          <a:spcPts val="0"/>
                        </a:spcAft>
                        <a:buClr>
                          <a:schemeClr val="dk1"/>
                        </a:buClr>
                        <a:buSzPts val="1700"/>
                        <a:buFont typeface="Twentieth Century"/>
                        <a:buNone/>
                      </a:pPr>
                      <a:r>
                        <a:rPr lang="en-IE" sz="1700" u="none" strike="noStrike" cap="none"/>
                        <a:t>10</a:t>
                      </a:r>
                      <a:endParaRPr/>
                    </a:p>
                  </a:txBody>
                  <a:tcPr marL="85500" marR="85500" marT="42750" marB="42750"/>
                </a:tc>
                <a:extLst>
                  <a:ext uri="{0D108BD9-81ED-4DB2-BD59-A6C34878D82A}">
                    <a16:rowId xmlns:a16="http://schemas.microsoft.com/office/drawing/2014/main" val="10001"/>
                  </a:ext>
                </a:extLst>
              </a:tr>
              <a:tr h="632625">
                <a:tc>
                  <a:txBody>
                    <a:bodyPr/>
                    <a:lstStyle/>
                    <a:p>
                      <a:pPr marL="0" marR="0" lvl="0" indent="0" algn="ctr" rtl="0">
                        <a:spcBef>
                          <a:spcPts val="0"/>
                        </a:spcBef>
                        <a:spcAft>
                          <a:spcPts val="0"/>
                        </a:spcAft>
                        <a:buNone/>
                      </a:pPr>
                      <a:r>
                        <a:rPr lang="en-IE" sz="1700" u="none" strike="noStrike" cap="none"/>
                        <a:t>Floating point number</a:t>
                      </a:r>
                      <a:endParaRPr/>
                    </a:p>
                  </a:txBody>
                  <a:tcPr marL="85500" marR="85500" marT="42750" marB="42750"/>
                </a:tc>
                <a:tc>
                  <a:txBody>
                    <a:bodyPr/>
                    <a:lstStyle/>
                    <a:p>
                      <a:pPr marL="0" marR="0" lvl="0" indent="0" algn="ctr" rtl="0">
                        <a:spcBef>
                          <a:spcPts val="0"/>
                        </a:spcBef>
                        <a:spcAft>
                          <a:spcPts val="0"/>
                        </a:spcAft>
                        <a:buNone/>
                      </a:pPr>
                      <a:r>
                        <a:rPr lang="en-IE" sz="1700" u="none" strike="noStrike" cap="none" dirty="0"/>
                        <a:t>float</a:t>
                      </a:r>
                      <a:endParaRPr dirty="0"/>
                    </a:p>
                  </a:txBody>
                  <a:tcPr marL="85500" marR="85500" marT="42750" marB="42750"/>
                </a:tc>
                <a:tc>
                  <a:txBody>
                    <a:bodyPr/>
                    <a:lstStyle/>
                    <a:p>
                      <a:pPr marL="0" marR="0" lvl="0" indent="0" algn="ctr" rtl="0">
                        <a:spcBef>
                          <a:spcPts val="0"/>
                        </a:spcBef>
                        <a:spcAft>
                          <a:spcPts val="0"/>
                        </a:spcAft>
                        <a:buNone/>
                      </a:pPr>
                      <a:r>
                        <a:rPr lang="en-IE" sz="1700" u="none" strike="noStrike" cap="none" dirty="0"/>
                        <a:t>A float is a decimal number</a:t>
                      </a:r>
                      <a:endParaRPr dirty="0"/>
                    </a:p>
                  </a:txBody>
                  <a:tcPr marL="85500" marR="85500" marT="42750" marB="42750"/>
                </a:tc>
                <a:tc>
                  <a:txBody>
                    <a:bodyPr/>
                    <a:lstStyle/>
                    <a:p>
                      <a:pPr marL="0" marR="0" lvl="0" indent="0" algn="ctr" rtl="0">
                        <a:spcBef>
                          <a:spcPts val="0"/>
                        </a:spcBef>
                        <a:spcAft>
                          <a:spcPts val="0"/>
                        </a:spcAft>
                        <a:buClr>
                          <a:schemeClr val="dk1"/>
                        </a:buClr>
                        <a:buSzPts val="1700"/>
                        <a:buFont typeface="Twentieth Century"/>
                        <a:buNone/>
                      </a:pPr>
                      <a:r>
                        <a:rPr lang="en-IE" sz="1700" u="none" strike="noStrike" cap="none"/>
                        <a:t>3.14</a:t>
                      </a:r>
                      <a:endParaRPr/>
                    </a:p>
                  </a:txBody>
                  <a:tcPr marL="85500" marR="85500" marT="42750" marB="42750"/>
                </a:tc>
                <a:extLst>
                  <a:ext uri="{0D108BD9-81ED-4DB2-BD59-A6C34878D82A}">
                    <a16:rowId xmlns:a16="http://schemas.microsoft.com/office/drawing/2014/main" val="10002"/>
                  </a:ext>
                </a:extLst>
              </a:tr>
              <a:tr h="632625">
                <a:tc>
                  <a:txBody>
                    <a:bodyPr/>
                    <a:lstStyle/>
                    <a:p>
                      <a:pPr marL="0" marR="0" lvl="0" indent="0" algn="ctr" rtl="0">
                        <a:spcBef>
                          <a:spcPts val="0"/>
                        </a:spcBef>
                        <a:spcAft>
                          <a:spcPts val="0"/>
                        </a:spcAft>
                        <a:buClr>
                          <a:schemeClr val="dk1"/>
                        </a:buClr>
                        <a:buSzPts val="1700"/>
                        <a:buFont typeface="Twentieth Century"/>
                        <a:buNone/>
                      </a:pPr>
                      <a:r>
                        <a:rPr lang="en-IE" sz="1700" u="none" strike="noStrike" cap="none"/>
                        <a:t>Character</a:t>
                      </a:r>
                      <a:endParaRPr/>
                    </a:p>
                  </a:txBody>
                  <a:tcPr marL="85500" marR="85500" marT="42750" marB="42750"/>
                </a:tc>
                <a:tc>
                  <a:txBody>
                    <a:bodyPr/>
                    <a:lstStyle/>
                    <a:p>
                      <a:pPr marL="0" marR="0" lvl="0" indent="0" algn="ctr" rtl="0">
                        <a:spcBef>
                          <a:spcPts val="0"/>
                        </a:spcBef>
                        <a:spcAft>
                          <a:spcPts val="0"/>
                        </a:spcAft>
                        <a:buClr>
                          <a:schemeClr val="dk1"/>
                        </a:buClr>
                        <a:buSzPts val="1700"/>
                        <a:buFont typeface="Twentieth Century"/>
                        <a:buNone/>
                      </a:pPr>
                      <a:r>
                        <a:rPr lang="en-IE" sz="1700" u="none" strike="noStrike" cap="none"/>
                        <a:t>char</a:t>
                      </a:r>
                      <a:endParaRPr/>
                    </a:p>
                  </a:txBody>
                  <a:tcPr marL="85500" marR="85500" marT="42750" marB="42750"/>
                </a:tc>
                <a:tc>
                  <a:txBody>
                    <a:bodyPr/>
                    <a:lstStyle/>
                    <a:p>
                      <a:pPr marL="0" marR="0" lvl="0" indent="0" algn="ctr" rtl="0">
                        <a:spcBef>
                          <a:spcPts val="0"/>
                        </a:spcBef>
                        <a:spcAft>
                          <a:spcPts val="0"/>
                        </a:spcAft>
                        <a:buClr>
                          <a:schemeClr val="dk1"/>
                        </a:buClr>
                        <a:buSzPts val="1700"/>
                        <a:buFont typeface="Twentieth Century"/>
                        <a:buNone/>
                      </a:pPr>
                      <a:r>
                        <a:rPr lang="en-IE" sz="1700" u="none" strike="noStrike" cap="none" dirty="0"/>
                        <a:t>A single keyboard digit</a:t>
                      </a:r>
                      <a:endParaRPr dirty="0"/>
                    </a:p>
                  </a:txBody>
                  <a:tcPr marL="85500" marR="85500" marT="42750" marB="42750"/>
                </a:tc>
                <a:tc>
                  <a:txBody>
                    <a:bodyPr/>
                    <a:lstStyle/>
                    <a:p>
                      <a:pPr marL="0" marR="0" lvl="0" indent="0" algn="ctr" rtl="0">
                        <a:spcBef>
                          <a:spcPts val="0"/>
                        </a:spcBef>
                        <a:spcAft>
                          <a:spcPts val="0"/>
                        </a:spcAft>
                        <a:buClr>
                          <a:schemeClr val="dk1"/>
                        </a:buClr>
                        <a:buSzPts val="1700"/>
                        <a:buFont typeface="Twentieth Century"/>
                        <a:buNone/>
                      </a:pPr>
                      <a:r>
                        <a:rPr lang="en-IE" sz="1700" u="none" strike="noStrike" cap="none"/>
                        <a:t>"A"</a:t>
                      </a:r>
                      <a:endParaRPr/>
                    </a:p>
                  </a:txBody>
                  <a:tcPr marL="85500" marR="85500" marT="42750" marB="42750"/>
                </a:tc>
                <a:extLst>
                  <a:ext uri="{0D108BD9-81ED-4DB2-BD59-A6C34878D82A}">
                    <a16:rowId xmlns:a16="http://schemas.microsoft.com/office/drawing/2014/main" val="10003"/>
                  </a:ext>
                </a:extLst>
              </a:tr>
              <a:tr h="889100">
                <a:tc>
                  <a:txBody>
                    <a:bodyPr/>
                    <a:lstStyle/>
                    <a:p>
                      <a:pPr marL="0" marR="0" lvl="0" indent="0" algn="ctr" rtl="0">
                        <a:spcBef>
                          <a:spcPts val="0"/>
                        </a:spcBef>
                        <a:spcAft>
                          <a:spcPts val="0"/>
                        </a:spcAft>
                        <a:buNone/>
                      </a:pPr>
                      <a:r>
                        <a:rPr lang="en-IE" sz="1700" u="none" strike="noStrike" cap="none"/>
                        <a:t>String</a:t>
                      </a:r>
                      <a:endParaRPr/>
                    </a:p>
                  </a:txBody>
                  <a:tcPr marL="85500" marR="85500" marT="42750" marB="42750"/>
                </a:tc>
                <a:tc>
                  <a:txBody>
                    <a:bodyPr/>
                    <a:lstStyle/>
                    <a:p>
                      <a:pPr marL="0" marR="0" lvl="0" indent="0" algn="ctr" rtl="0">
                        <a:spcBef>
                          <a:spcPts val="0"/>
                        </a:spcBef>
                        <a:spcAft>
                          <a:spcPts val="0"/>
                        </a:spcAft>
                        <a:buNone/>
                      </a:pPr>
                      <a:r>
                        <a:rPr lang="en-IE" sz="1700" u="none" strike="noStrike" cap="none"/>
                        <a:t>str</a:t>
                      </a:r>
                      <a:endParaRPr/>
                    </a:p>
                  </a:txBody>
                  <a:tcPr marL="85500" marR="85500" marT="42750" marB="42750"/>
                </a:tc>
                <a:tc>
                  <a:txBody>
                    <a:bodyPr/>
                    <a:lstStyle/>
                    <a:p>
                      <a:pPr marL="0" marR="0" lvl="0" indent="0" algn="ctr" rtl="0">
                        <a:spcBef>
                          <a:spcPts val="0"/>
                        </a:spcBef>
                        <a:spcAft>
                          <a:spcPts val="0"/>
                        </a:spcAft>
                        <a:buNone/>
                      </a:pPr>
                      <a:r>
                        <a:rPr lang="en-IE" sz="1700" u="none" strike="noStrike" cap="none" dirty="0"/>
                        <a:t>A sentence or collection of characters</a:t>
                      </a:r>
                      <a:endParaRPr dirty="0"/>
                    </a:p>
                  </a:txBody>
                  <a:tcPr marL="85500" marR="85500" marT="42750" marB="42750"/>
                </a:tc>
                <a:tc>
                  <a:txBody>
                    <a:bodyPr/>
                    <a:lstStyle/>
                    <a:p>
                      <a:pPr marL="0" marR="0" lvl="0" indent="0" algn="ctr" rtl="0">
                        <a:spcBef>
                          <a:spcPts val="0"/>
                        </a:spcBef>
                        <a:spcAft>
                          <a:spcPts val="0"/>
                        </a:spcAft>
                        <a:buClr>
                          <a:schemeClr val="dk1"/>
                        </a:buClr>
                        <a:buSzPts val="1700"/>
                        <a:buFont typeface="Twentieth Century"/>
                        <a:buNone/>
                      </a:pPr>
                      <a:r>
                        <a:rPr lang="en-IE" sz="1700" u="none" strike="noStrike" cap="none"/>
                        <a:t>"My favourite food is pizza"</a:t>
                      </a:r>
                      <a:endParaRPr/>
                    </a:p>
                  </a:txBody>
                  <a:tcPr marL="85500" marR="85500" marT="42750" marB="42750"/>
                </a:tc>
                <a:extLst>
                  <a:ext uri="{0D108BD9-81ED-4DB2-BD59-A6C34878D82A}">
                    <a16:rowId xmlns:a16="http://schemas.microsoft.com/office/drawing/2014/main" val="10004"/>
                  </a:ext>
                </a:extLst>
              </a:tr>
              <a:tr h="889100">
                <a:tc>
                  <a:txBody>
                    <a:bodyPr/>
                    <a:lstStyle/>
                    <a:p>
                      <a:pPr marL="0" marR="0" lvl="0" indent="0" algn="ctr" rtl="0">
                        <a:spcBef>
                          <a:spcPts val="0"/>
                        </a:spcBef>
                        <a:spcAft>
                          <a:spcPts val="0"/>
                        </a:spcAft>
                        <a:buClr>
                          <a:schemeClr val="dk1"/>
                        </a:buClr>
                        <a:buSzPts val="1700"/>
                        <a:buFont typeface="Twentieth Century"/>
                        <a:buNone/>
                      </a:pPr>
                      <a:r>
                        <a:rPr lang="en-IE" sz="1700" u="none" strike="noStrike" cap="none"/>
                        <a:t>Boolean</a:t>
                      </a:r>
                      <a:endParaRPr/>
                    </a:p>
                  </a:txBody>
                  <a:tcPr marL="85500" marR="85500" marT="42750" marB="42750"/>
                </a:tc>
                <a:tc>
                  <a:txBody>
                    <a:bodyPr/>
                    <a:lstStyle/>
                    <a:p>
                      <a:pPr marL="0" marR="0" lvl="0" indent="0" algn="ctr" rtl="0">
                        <a:spcBef>
                          <a:spcPts val="0"/>
                        </a:spcBef>
                        <a:spcAft>
                          <a:spcPts val="0"/>
                        </a:spcAft>
                        <a:buClr>
                          <a:schemeClr val="dk1"/>
                        </a:buClr>
                        <a:buSzPts val="1700"/>
                        <a:buFont typeface="Twentieth Century"/>
                        <a:buNone/>
                      </a:pPr>
                      <a:r>
                        <a:rPr lang="en-IE" sz="1700" u="none" strike="noStrike" cap="none"/>
                        <a:t>bool</a:t>
                      </a:r>
                      <a:endParaRPr/>
                    </a:p>
                  </a:txBody>
                  <a:tcPr marL="85500" marR="85500" marT="42750" marB="42750"/>
                </a:tc>
                <a:tc>
                  <a:txBody>
                    <a:bodyPr/>
                    <a:lstStyle/>
                    <a:p>
                      <a:pPr marL="0" marR="0" lvl="0" indent="0" algn="ctr" rtl="0">
                        <a:spcBef>
                          <a:spcPts val="0"/>
                        </a:spcBef>
                        <a:spcAft>
                          <a:spcPts val="0"/>
                        </a:spcAft>
                        <a:buClr>
                          <a:schemeClr val="dk1"/>
                        </a:buClr>
                        <a:buSzPts val="1700"/>
                        <a:buFont typeface="Twentieth Century"/>
                        <a:buNone/>
                      </a:pPr>
                      <a:r>
                        <a:rPr lang="en-IE" sz="1700" u="none" strike="noStrike" cap="none" dirty="0"/>
                        <a:t>Holds the value of either True or False</a:t>
                      </a:r>
                      <a:endParaRPr dirty="0"/>
                    </a:p>
                  </a:txBody>
                  <a:tcPr marL="85500" marR="85500" marT="42750" marB="42750"/>
                </a:tc>
                <a:tc>
                  <a:txBody>
                    <a:bodyPr/>
                    <a:lstStyle/>
                    <a:p>
                      <a:pPr marL="0" marR="0" lvl="0" indent="0" algn="ctr" rtl="0">
                        <a:spcBef>
                          <a:spcPts val="0"/>
                        </a:spcBef>
                        <a:spcAft>
                          <a:spcPts val="0"/>
                        </a:spcAft>
                        <a:buClr>
                          <a:schemeClr val="dk1"/>
                        </a:buClr>
                        <a:buSzPts val="1700"/>
                        <a:buFont typeface="Twentieth Century"/>
                        <a:buNone/>
                      </a:pPr>
                      <a:r>
                        <a:rPr lang="en-IE" sz="1700" u="none" strike="noStrike" cap="none" dirty="0"/>
                        <a:t>True</a:t>
                      </a:r>
                      <a:endParaRPr dirty="0"/>
                    </a:p>
                  </a:txBody>
                  <a:tcPr marL="85500" marR="85500" marT="42750" marB="4275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5830807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F047AA0-A439-422F-DCFD-1529246086CD}"/>
              </a:ext>
            </a:extLst>
          </p:cNvPr>
          <p:cNvSpPr>
            <a:spLocks noGrp="1"/>
          </p:cNvSpPr>
          <p:nvPr>
            <p:ph type="title"/>
          </p:nvPr>
        </p:nvSpPr>
        <p:spPr/>
        <p:txBody>
          <a:bodyPr/>
          <a:lstStyle/>
          <a:p>
            <a:endParaRPr lang="en-IE"/>
          </a:p>
        </p:txBody>
      </p:sp>
      <p:sp>
        <p:nvSpPr>
          <p:cNvPr id="6" name="Content Placeholder 5">
            <a:extLst>
              <a:ext uri="{FF2B5EF4-FFF2-40B4-BE49-F238E27FC236}">
                <a16:creationId xmlns:a16="http://schemas.microsoft.com/office/drawing/2014/main" id="{18AE79BD-5266-EE93-0329-91EC9B6E68B8}"/>
              </a:ext>
            </a:extLst>
          </p:cNvPr>
          <p:cNvSpPr>
            <a:spLocks noGrp="1"/>
          </p:cNvSpPr>
          <p:nvPr>
            <p:ph idx="1"/>
          </p:nvPr>
        </p:nvSpPr>
        <p:spPr/>
        <p:txBody>
          <a:bodyPr>
            <a:normAutofit fontScale="85000" lnSpcReduction="10000"/>
          </a:bodyPr>
          <a:lstStyle/>
          <a:p>
            <a:pPr marL="0" lvl="0" indent="0">
              <a:lnSpc>
                <a:spcPct val="110000"/>
              </a:lnSpc>
              <a:spcBef>
                <a:spcPts val="0"/>
              </a:spcBef>
              <a:buSzPts val="1400"/>
              <a:buNone/>
            </a:pPr>
            <a:r>
              <a:rPr lang="en-GB" dirty="0"/>
              <a:t>Creating a variable</a:t>
            </a:r>
          </a:p>
          <a:p>
            <a:pPr indent="-342900">
              <a:lnSpc>
                <a:spcPct val="110000"/>
              </a:lnSpc>
              <a:buSzPts val="1400"/>
            </a:pPr>
            <a:r>
              <a:rPr lang="en-GB" dirty="0"/>
              <a:t>To create a variable, we type (or "declare") the name of the variable, and then we assign a value to the variable.</a:t>
            </a:r>
          </a:p>
          <a:p>
            <a:pPr indent="-342900">
              <a:lnSpc>
                <a:spcPct val="110000"/>
              </a:lnSpc>
              <a:buSzPts val="1400"/>
            </a:pPr>
            <a:r>
              <a:rPr lang="en-GB" dirty="0"/>
              <a:t>In python, the assignment operator is "=" which you know as the equals sign.</a:t>
            </a:r>
          </a:p>
          <a:p>
            <a:pPr indent="-342900">
              <a:lnSpc>
                <a:spcPct val="110000"/>
              </a:lnSpc>
              <a:buSzPts val="1400"/>
            </a:pPr>
            <a:r>
              <a:rPr lang="en-GB" dirty="0"/>
              <a:t>Let's suppose we want to create one variable to store a string with our favourite animal in it and another variable to store our birth year.</a:t>
            </a:r>
          </a:p>
          <a:p>
            <a:pPr indent="-342900">
              <a:lnSpc>
                <a:spcPct val="110000"/>
              </a:lnSpc>
              <a:buSzPts val="1400"/>
            </a:pPr>
            <a:r>
              <a:rPr lang="en-GB" dirty="0"/>
              <a:t>Which in our code editor, looks like:</a:t>
            </a:r>
          </a:p>
          <a:p>
            <a:pPr marL="0" lvl="0" indent="0">
              <a:lnSpc>
                <a:spcPct val="110000"/>
              </a:lnSpc>
              <a:buSzPts val="1400"/>
              <a:buNone/>
            </a:pPr>
            <a:r>
              <a:rPr lang="en-GB" dirty="0" err="1"/>
              <a:t>My_favourite_animal</a:t>
            </a:r>
            <a:r>
              <a:rPr lang="en-GB" dirty="0"/>
              <a:t> = "hippopotamus"</a:t>
            </a:r>
          </a:p>
          <a:p>
            <a:pPr marL="0" lvl="0" indent="0">
              <a:lnSpc>
                <a:spcPct val="110000"/>
              </a:lnSpc>
              <a:buSzPts val="1400"/>
              <a:buNone/>
            </a:pPr>
            <a:r>
              <a:rPr lang="en-GB" dirty="0" err="1"/>
              <a:t>My_birth_year</a:t>
            </a:r>
            <a:r>
              <a:rPr lang="en-GB" dirty="0"/>
              <a:t> = 2004</a:t>
            </a:r>
          </a:p>
          <a:p>
            <a:endParaRPr lang="en-IE" dirty="0"/>
          </a:p>
        </p:txBody>
      </p:sp>
      <p:graphicFrame>
        <p:nvGraphicFramePr>
          <p:cNvPr id="7" name="Google Shape;356;p19">
            <a:extLst>
              <a:ext uri="{FF2B5EF4-FFF2-40B4-BE49-F238E27FC236}">
                <a16:creationId xmlns:a16="http://schemas.microsoft.com/office/drawing/2014/main" id="{7F9D5553-6C5A-2606-4995-6D3181DD37EA}"/>
              </a:ext>
            </a:extLst>
          </p:cNvPr>
          <p:cNvGraphicFramePr/>
          <p:nvPr>
            <p:extLst>
              <p:ext uri="{D42A27DB-BD31-4B8C-83A1-F6EECF244321}">
                <p14:modId xmlns:p14="http://schemas.microsoft.com/office/powerpoint/2010/main" val="3408520180"/>
              </p:ext>
            </p:extLst>
          </p:nvPr>
        </p:nvGraphicFramePr>
        <p:xfrm>
          <a:off x="6937628" y="4739516"/>
          <a:ext cx="4416172" cy="1437448"/>
        </p:xfrm>
        <a:graphic>
          <a:graphicData uri="http://schemas.openxmlformats.org/drawingml/2006/table">
            <a:tbl>
              <a:tblPr firstRow="1" bandRow="1">
                <a:tableStyleId>{35758FB7-9AC5-4552-8A53-C91805E547FA}</a:tableStyleId>
              </a:tblPr>
              <a:tblGrid>
                <a:gridCol w="1859108">
                  <a:extLst>
                    <a:ext uri="{9D8B030D-6E8A-4147-A177-3AD203B41FA5}">
                      <a16:colId xmlns:a16="http://schemas.microsoft.com/office/drawing/2014/main" val="20000"/>
                    </a:ext>
                  </a:extLst>
                </a:gridCol>
                <a:gridCol w="1154713">
                  <a:extLst>
                    <a:ext uri="{9D8B030D-6E8A-4147-A177-3AD203B41FA5}">
                      <a16:colId xmlns:a16="http://schemas.microsoft.com/office/drawing/2014/main" val="20001"/>
                    </a:ext>
                  </a:extLst>
                </a:gridCol>
                <a:gridCol w="1402351">
                  <a:extLst>
                    <a:ext uri="{9D8B030D-6E8A-4147-A177-3AD203B41FA5}">
                      <a16:colId xmlns:a16="http://schemas.microsoft.com/office/drawing/2014/main" val="20002"/>
                    </a:ext>
                  </a:extLst>
                </a:gridCol>
              </a:tblGrid>
              <a:tr h="503744">
                <a:tc>
                  <a:txBody>
                    <a:bodyPr/>
                    <a:lstStyle/>
                    <a:p>
                      <a:pPr marL="0" marR="0" lvl="0" indent="0" algn="ctr" rtl="0">
                        <a:spcBef>
                          <a:spcPts val="0"/>
                        </a:spcBef>
                        <a:spcAft>
                          <a:spcPts val="0"/>
                        </a:spcAft>
                        <a:buNone/>
                      </a:pPr>
                      <a:r>
                        <a:rPr lang="en-IE" sz="1200" u="none" strike="noStrike" cap="none" dirty="0"/>
                        <a:t>Variable name</a:t>
                      </a:r>
                      <a:endParaRPr dirty="0"/>
                    </a:p>
                  </a:txBody>
                  <a:tcPr marL="60275" marR="60275" marT="30125" marB="30125"/>
                </a:tc>
                <a:tc>
                  <a:txBody>
                    <a:bodyPr/>
                    <a:lstStyle/>
                    <a:p>
                      <a:pPr marL="0" marR="0" lvl="0" indent="0" algn="ctr" rtl="0">
                        <a:spcBef>
                          <a:spcPts val="0"/>
                        </a:spcBef>
                        <a:spcAft>
                          <a:spcPts val="0"/>
                        </a:spcAft>
                        <a:buNone/>
                      </a:pPr>
                      <a:r>
                        <a:rPr lang="en-IE" sz="1200" u="none" strike="noStrike" cap="none"/>
                        <a:t>Assignment operator</a:t>
                      </a:r>
                      <a:endParaRPr/>
                    </a:p>
                  </a:txBody>
                  <a:tcPr marL="60275" marR="60275" marT="30125" marB="30125"/>
                </a:tc>
                <a:tc>
                  <a:txBody>
                    <a:bodyPr/>
                    <a:lstStyle/>
                    <a:p>
                      <a:pPr marL="0" marR="0" lvl="0" indent="0" algn="ctr" rtl="0">
                        <a:spcBef>
                          <a:spcPts val="0"/>
                        </a:spcBef>
                        <a:spcAft>
                          <a:spcPts val="0"/>
                        </a:spcAft>
                        <a:buNone/>
                      </a:pPr>
                      <a:r>
                        <a:rPr lang="en-IE" sz="1200" u="none" strike="noStrike" cap="none"/>
                        <a:t>value</a:t>
                      </a:r>
                      <a:endParaRPr/>
                    </a:p>
                  </a:txBody>
                  <a:tcPr marL="60275" marR="60275" marT="30125" marB="30125"/>
                </a:tc>
                <a:extLst>
                  <a:ext uri="{0D108BD9-81ED-4DB2-BD59-A6C34878D82A}">
                    <a16:rowId xmlns:a16="http://schemas.microsoft.com/office/drawing/2014/main" val="10000"/>
                  </a:ext>
                </a:extLst>
              </a:tr>
              <a:tr h="466852">
                <a:tc>
                  <a:txBody>
                    <a:bodyPr/>
                    <a:lstStyle/>
                    <a:p>
                      <a:pPr marL="0" marR="0" lvl="0" indent="0" algn="ctr" rtl="0">
                        <a:spcBef>
                          <a:spcPts val="0"/>
                        </a:spcBef>
                        <a:spcAft>
                          <a:spcPts val="0"/>
                        </a:spcAft>
                        <a:buNone/>
                      </a:pPr>
                      <a:r>
                        <a:rPr lang="en-IE" sz="1400" u="none" strike="noStrike" cap="none"/>
                        <a:t>my_favourite_animal</a:t>
                      </a:r>
                      <a:endParaRPr sz="2000"/>
                    </a:p>
                  </a:txBody>
                  <a:tcPr marL="60275" marR="60275" marT="30125" marB="30125"/>
                </a:tc>
                <a:tc>
                  <a:txBody>
                    <a:bodyPr/>
                    <a:lstStyle/>
                    <a:p>
                      <a:pPr marL="0" marR="0" lvl="0" indent="0" algn="ctr" rtl="0">
                        <a:spcBef>
                          <a:spcPts val="0"/>
                        </a:spcBef>
                        <a:spcAft>
                          <a:spcPts val="0"/>
                        </a:spcAft>
                        <a:buNone/>
                      </a:pPr>
                      <a:r>
                        <a:rPr lang="en-IE" sz="1400" u="none" strike="noStrike" cap="none"/>
                        <a:t>=</a:t>
                      </a:r>
                      <a:endParaRPr sz="2000"/>
                    </a:p>
                  </a:txBody>
                  <a:tcPr marL="60275" marR="60275" marT="30125" marB="30125"/>
                </a:tc>
                <a:tc>
                  <a:txBody>
                    <a:bodyPr/>
                    <a:lstStyle/>
                    <a:p>
                      <a:pPr marL="0" marR="0" lvl="0" indent="0" algn="ctr" rtl="0">
                        <a:spcBef>
                          <a:spcPts val="0"/>
                        </a:spcBef>
                        <a:spcAft>
                          <a:spcPts val="0"/>
                        </a:spcAft>
                        <a:buNone/>
                      </a:pPr>
                      <a:r>
                        <a:rPr lang="en-IE" sz="1400" u="none" strike="noStrike" cap="none" dirty="0"/>
                        <a:t>"</a:t>
                      </a:r>
                      <a:r>
                        <a:rPr lang="en-IE" sz="1400" b="0" u="none" strike="noStrike" cap="none" dirty="0">
                          <a:sym typeface="Calibri"/>
                        </a:rPr>
                        <a:t>hippopotamus</a:t>
                      </a:r>
                      <a:r>
                        <a:rPr lang="en-IE" sz="1400" u="none" strike="noStrike" cap="none" dirty="0"/>
                        <a:t>"</a:t>
                      </a:r>
                      <a:endParaRPr sz="2000" dirty="0"/>
                    </a:p>
                  </a:txBody>
                  <a:tcPr marL="60275" marR="60275" marT="30125" marB="30125"/>
                </a:tc>
                <a:extLst>
                  <a:ext uri="{0D108BD9-81ED-4DB2-BD59-A6C34878D82A}">
                    <a16:rowId xmlns:a16="http://schemas.microsoft.com/office/drawing/2014/main" val="10001"/>
                  </a:ext>
                </a:extLst>
              </a:tr>
              <a:tr h="466852">
                <a:tc>
                  <a:txBody>
                    <a:bodyPr/>
                    <a:lstStyle/>
                    <a:p>
                      <a:pPr marL="0" marR="0" lvl="0" indent="0" algn="ctr" rtl="0">
                        <a:spcBef>
                          <a:spcPts val="0"/>
                        </a:spcBef>
                        <a:spcAft>
                          <a:spcPts val="0"/>
                        </a:spcAft>
                        <a:buClr>
                          <a:schemeClr val="dk1"/>
                        </a:buClr>
                        <a:buSzPts val="1200"/>
                        <a:buFont typeface="Twentieth Century"/>
                        <a:buNone/>
                      </a:pPr>
                      <a:r>
                        <a:rPr lang="en-IE" sz="1400" u="none" strike="noStrike" cap="none"/>
                        <a:t>my_birth_year</a:t>
                      </a:r>
                      <a:endParaRPr sz="2000"/>
                    </a:p>
                  </a:txBody>
                  <a:tcPr marL="60275" marR="60275" marT="30125" marB="30125"/>
                </a:tc>
                <a:tc>
                  <a:txBody>
                    <a:bodyPr/>
                    <a:lstStyle/>
                    <a:p>
                      <a:pPr marL="0" marR="0" lvl="0" indent="0" algn="ctr" rtl="0">
                        <a:spcBef>
                          <a:spcPts val="0"/>
                        </a:spcBef>
                        <a:spcAft>
                          <a:spcPts val="0"/>
                        </a:spcAft>
                        <a:buClr>
                          <a:schemeClr val="dk1"/>
                        </a:buClr>
                        <a:buSzPts val="1200"/>
                        <a:buFont typeface="Twentieth Century"/>
                        <a:buNone/>
                      </a:pPr>
                      <a:r>
                        <a:rPr lang="en-IE" sz="1400" u="none" strike="noStrike" cap="none"/>
                        <a:t>=</a:t>
                      </a:r>
                      <a:endParaRPr sz="2000"/>
                    </a:p>
                  </a:txBody>
                  <a:tcPr marL="60275" marR="60275" marT="30125" marB="30125"/>
                </a:tc>
                <a:tc>
                  <a:txBody>
                    <a:bodyPr/>
                    <a:lstStyle/>
                    <a:p>
                      <a:pPr marL="0" marR="0" lvl="0" indent="0" algn="ctr" rtl="0">
                        <a:spcBef>
                          <a:spcPts val="0"/>
                        </a:spcBef>
                        <a:spcAft>
                          <a:spcPts val="0"/>
                        </a:spcAft>
                        <a:buClr>
                          <a:schemeClr val="dk1"/>
                        </a:buClr>
                        <a:buSzPts val="1200"/>
                        <a:buFont typeface="Twentieth Century"/>
                        <a:buNone/>
                      </a:pPr>
                      <a:r>
                        <a:rPr lang="en-IE" sz="1400" u="none" strike="noStrike" cap="none" dirty="0"/>
                        <a:t>2004</a:t>
                      </a:r>
                      <a:endParaRPr sz="2000" dirty="0"/>
                    </a:p>
                  </a:txBody>
                  <a:tcPr marL="60275" marR="60275" marT="30125" marB="30125"/>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8062451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C87433-6487-9F79-8BC6-FE5A846E59B7}"/>
              </a:ext>
            </a:extLst>
          </p:cNvPr>
          <p:cNvSpPr>
            <a:spLocks noGrp="1"/>
          </p:cNvSpPr>
          <p:nvPr>
            <p:ph type="title"/>
          </p:nvPr>
        </p:nvSpPr>
        <p:spPr/>
        <p:txBody>
          <a:bodyPr/>
          <a:lstStyle/>
          <a:p>
            <a:endParaRPr lang="en-IE"/>
          </a:p>
        </p:txBody>
      </p:sp>
      <p:sp>
        <p:nvSpPr>
          <p:cNvPr id="3" name="Content Placeholder 2">
            <a:extLst>
              <a:ext uri="{FF2B5EF4-FFF2-40B4-BE49-F238E27FC236}">
                <a16:creationId xmlns:a16="http://schemas.microsoft.com/office/drawing/2014/main" id="{D019AA2C-562D-F81A-1CD7-65A5AB77E9FA}"/>
              </a:ext>
            </a:extLst>
          </p:cNvPr>
          <p:cNvSpPr>
            <a:spLocks noGrp="1"/>
          </p:cNvSpPr>
          <p:nvPr>
            <p:ph idx="1"/>
          </p:nvPr>
        </p:nvSpPr>
        <p:spPr/>
        <p:txBody>
          <a:bodyPr>
            <a:normAutofit lnSpcReduction="10000"/>
          </a:bodyPr>
          <a:lstStyle/>
          <a:p>
            <a:pPr marL="0" lvl="0" indent="0">
              <a:lnSpc>
                <a:spcPct val="110000"/>
              </a:lnSpc>
              <a:spcBef>
                <a:spcPts val="0"/>
              </a:spcBef>
              <a:buSzPts val="1500"/>
              <a:buNone/>
            </a:pPr>
            <a:r>
              <a:rPr lang="en-GB" sz="1700" dirty="0"/>
              <a:t>General RULES FOR NAMING YOUR VARIABLES</a:t>
            </a:r>
          </a:p>
          <a:p>
            <a:pPr marL="457200" lvl="0" indent="-457200">
              <a:lnSpc>
                <a:spcPct val="110000"/>
              </a:lnSpc>
              <a:buSzPts val="1500"/>
              <a:buAutoNum type="arabicPeriod"/>
            </a:pPr>
            <a:r>
              <a:rPr lang="en-GB" sz="1700" dirty="0"/>
              <a:t>Can contain only numbers, letters and underscores.</a:t>
            </a:r>
          </a:p>
          <a:p>
            <a:pPr marL="457200" lvl="0" indent="-457200">
              <a:lnSpc>
                <a:spcPct val="110000"/>
              </a:lnSpc>
              <a:buSzPts val="1500"/>
              <a:buAutoNum type="arabicPeriod"/>
            </a:pPr>
            <a:r>
              <a:rPr lang="en-GB" sz="1700" dirty="0"/>
              <a:t>Must not start with a number (but it may contain one).</a:t>
            </a:r>
          </a:p>
          <a:p>
            <a:pPr marL="914400" lvl="1" indent="-457200">
              <a:lnSpc>
                <a:spcPct val="110000"/>
              </a:lnSpc>
              <a:buSzPts val="1500"/>
              <a:buAutoNum type="alphaLcParenR"/>
            </a:pPr>
            <a:r>
              <a:rPr lang="en-GB" sz="1700" dirty="0"/>
              <a:t>My_income_1 is okay.</a:t>
            </a:r>
          </a:p>
          <a:p>
            <a:pPr marL="914400" lvl="1" indent="-457200">
              <a:lnSpc>
                <a:spcPct val="110000"/>
              </a:lnSpc>
              <a:buSzPts val="1500"/>
              <a:buAutoNum type="alphaLcParenR"/>
            </a:pPr>
            <a:r>
              <a:rPr lang="en-GB" sz="1700" dirty="0"/>
              <a:t>1_my_income is not okay.</a:t>
            </a:r>
          </a:p>
          <a:p>
            <a:pPr marL="457200" lvl="0" indent="-457200">
              <a:lnSpc>
                <a:spcPct val="110000"/>
              </a:lnSpc>
              <a:buSzPts val="1500"/>
              <a:buAutoNum type="arabicPeriod"/>
            </a:pPr>
            <a:r>
              <a:rPr lang="en-GB" sz="1700" dirty="0"/>
              <a:t>No spaces in the variable name.</a:t>
            </a:r>
          </a:p>
          <a:p>
            <a:pPr marL="457200" lvl="0" indent="-457200">
              <a:lnSpc>
                <a:spcPct val="110000"/>
              </a:lnSpc>
              <a:buSzPts val="1500"/>
              <a:buAutoNum type="arabicPeriod"/>
            </a:pPr>
            <a:r>
              <a:rPr lang="en-GB" sz="1700" dirty="0"/>
              <a:t>No special characters (such as ‘@’).</a:t>
            </a:r>
          </a:p>
          <a:p>
            <a:pPr marL="457200" lvl="0" indent="-457200">
              <a:lnSpc>
                <a:spcPct val="110000"/>
              </a:lnSpc>
              <a:buSzPts val="1500"/>
              <a:buAutoNum type="arabicPeriod"/>
            </a:pPr>
            <a:r>
              <a:rPr lang="en-GB" sz="1700" dirty="0"/>
              <a:t>Must not be a python keyword (</a:t>
            </a:r>
            <a:r>
              <a:rPr lang="en-GB" sz="1700" dirty="0" err="1"/>
              <a:t>e.G.</a:t>
            </a:r>
            <a:r>
              <a:rPr lang="en-GB" sz="1700" dirty="0"/>
              <a:t> true, none, false, break).</a:t>
            </a:r>
          </a:p>
          <a:p>
            <a:pPr marL="457200" lvl="0" indent="-457200">
              <a:lnSpc>
                <a:spcPct val="110000"/>
              </a:lnSpc>
              <a:buSzPts val="1500"/>
              <a:buAutoNum type="arabicPeriod"/>
            </a:pPr>
            <a:r>
              <a:rPr lang="en-GB" sz="1700" dirty="0"/>
              <a:t>Don't make your variable names too long.</a:t>
            </a:r>
          </a:p>
          <a:p>
            <a:pPr marL="457200" lvl="0" indent="-457200">
              <a:lnSpc>
                <a:spcPct val="110000"/>
              </a:lnSpc>
              <a:buSzPts val="1500"/>
              <a:buAutoNum type="arabicPeriod"/>
            </a:pPr>
            <a:r>
              <a:rPr lang="en-GB" sz="1700" dirty="0"/>
              <a:t>The python naming convention is to use all lowercase letters, joined by underscores:</a:t>
            </a:r>
          </a:p>
          <a:p>
            <a:pPr marL="914400" lvl="0" indent="-457200">
              <a:lnSpc>
                <a:spcPct val="110000"/>
              </a:lnSpc>
              <a:buSzPts val="1500"/>
              <a:buAutoNum type="alphaLcParenR"/>
            </a:pPr>
            <a:r>
              <a:rPr lang="en-GB" sz="1700" dirty="0"/>
              <a:t>E.G. </a:t>
            </a:r>
            <a:r>
              <a:rPr lang="en-GB" sz="1700" dirty="0" err="1"/>
              <a:t>my_variable</a:t>
            </a:r>
            <a:r>
              <a:rPr lang="en-GB" sz="1700" dirty="0"/>
              <a:t>, </a:t>
            </a:r>
            <a:r>
              <a:rPr lang="en-GB" sz="1700" dirty="0" err="1"/>
              <a:t>my_age</a:t>
            </a:r>
            <a:r>
              <a:rPr lang="en-GB" sz="1700" dirty="0"/>
              <a:t>, </a:t>
            </a:r>
            <a:r>
              <a:rPr lang="en-GB" sz="1700" dirty="0" err="1"/>
              <a:t>house_width</a:t>
            </a:r>
            <a:r>
              <a:rPr lang="en-GB" sz="1700" dirty="0"/>
              <a:t>, </a:t>
            </a:r>
            <a:r>
              <a:rPr lang="en-GB" sz="1700" dirty="0" err="1"/>
              <a:t>number_of_pets</a:t>
            </a:r>
            <a:endParaRPr lang="en-GB" sz="1700" dirty="0"/>
          </a:p>
          <a:p>
            <a:endParaRPr lang="en-IE" dirty="0"/>
          </a:p>
        </p:txBody>
      </p:sp>
    </p:spTree>
    <p:extLst>
      <p:ext uri="{BB962C8B-B14F-4D97-AF65-F5344CB8AC3E}">
        <p14:creationId xmlns:p14="http://schemas.microsoft.com/office/powerpoint/2010/main" val="262767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794868-40FE-028C-94F0-C3B5F7A4F194}"/>
              </a:ext>
            </a:extLst>
          </p:cNvPr>
          <p:cNvSpPr>
            <a:spLocks noGrp="1"/>
          </p:cNvSpPr>
          <p:nvPr>
            <p:ph type="title"/>
          </p:nvPr>
        </p:nvSpPr>
        <p:spPr/>
        <p:txBody>
          <a:bodyPr/>
          <a:lstStyle/>
          <a:p>
            <a:endParaRPr lang="en-IE"/>
          </a:p>
        </p:txBody>
      </p:sp>
      <p:sp>
        <p:nvSpPr>
          <p:cNvPr id="3" name="Content Placeholder 2">
            <a:extLst>
              <a:ext uri="{FF2B5EF4-FFF2-40B4-BE49-F238E27FC236}">
                <a16:creationId xmlns:a16="http://schemas.microsoft.com/office/drawing/2014/main" id="{72D32D82-D58F-DEF9-1457-2BBD775332E2}"/>
              </a:ext>
            </a:extLst>
          </p:cNvPr>
          <p:cNvSpPr>
            <a:spLocks noGrp="1"/>
          </p:cNvSpPr>
          <p:nvPr>
            <p:ph idx="1"/>
          </p:nvPr>
        </p:nvSpPr>
        <p:spPr/>
        <p:txBody>
          <a:bodyPr>
            <a:normAutofit fontScale="70000" lnSpcReduction="20000"/>
          </a:bodyPr>
          <a:lstStyle/>
          <a:p>
            <a:r>
              <a:rPr lang="en-GB" dirty="0"/>
              <a:t>EXAMPLES OF VARIABLES:</a:t>
            </a:r>
          </a:p>
          <a:p>
            <a:r>
              <a:rPr lang="en-GB" dirty="0"/>
              <a:t>name = "john“</a:t>
            </a:r>
            <a:br>
              <a:rPr lang="en-GB" dirty="0"/>
            </a:br>
            <a:r>
              <a:rPr lang="en-GB" dirty="0"/>
              <a:t>age = 15</a:t>
            </a:r>
            <a:br>
              <a:rPr lang="en-GB" dirty="0"/>
            </a:br>
            <a:r>
              <a:rPr lang="en-GB" dirty="0" err="1"/>
              <a:t>latest_grade</a:t>
            </a:r>
            <a:r>
              <a:rPr lang="en-GB" dirty="0"/>
              <a:t> = "b“</a:t>
            </a:r>
            <a:br>
              <a:rPr lang="en-GB" dirty="0"/>
            </a:br>
            <a:r>
              <a:rPr lang="en-GB" dirty="0" err="1"/>
              <a:t>grade_point_average</a:t>
            </a:r>
            <a:r>
              <a:rPr lang="en-GB" dirty="0"/>
              <a:t> = 3.8</a:t>
            </a:r>
            <a:br>
              <a:rPr lang="en-GB" dirty="0"/>
            </a:br>
            <a:r>
              <a:rPr lang="en-GB" dirty="0" err="1"/>
              <a:t>is_a_student</a:t>
            </a:r>
            <a:r>
              <a:rPr lang="en-GB" dirty="0"/>
              <a:t> = true</a:t>
            </a:r>
          </a:p>
          <a:p>
            <a:endParaRPr lang="en-GB" dirty="0"/>
          </a:p>
          <a:p>
            <a:r>
              <a:rPr lang="en-GB" dirty="0"/>
              <a:t>The variable: name contains the string value: "john"</a:t>
            </a:r>
          </a:p>
          <a:p>
            <a:r>
              <a:rPr lang="en-GB" dirty="0"/>
              <a:t>The variable: age contains the integer value: 15</a:t>
            </a:r>
          </a:p>
          <a:p>
            <a:r>
              <a:rPr lang="en-GB" dirty="0"/>
              <a:t>The variable: </a:t>
            </a:r>
            <a:r>
              <a:rPr lang="en-GB" dirty="0" err="1"/>
              <a:t>latest_grade</a:t>
            </a:r>
            <a:r>
              <a:rPr lang="en-GB" dirty="0"/>
              <a:t> contains the character value: "b"</a:t>
            </a:r>
          </a:p>
          <a:p>
            <a:r>
              <a:rPr lang="en-GB" dirty="0"/>
              <a:t>The variable: </a:t>
            </a:r>
            <a:r>
              <a:rPr lang="en-GB" dirty="0" err="1"/>
              <a:t>grade_point_average</a:t>
            </a:r>
            <a:r>
              <a:rPr lang="en-GB" dirty="0"/>
              <a:t> contains the float value: 3.8</a:t>
            </a:r>
          </a:p>
          <a:p>
            <a:r>
              <a:rPr lang="en-GB" dirty="0"/>
              <a:t>The variable: </a:t>
            </a:r>
            <a:r>
              <a:rPr lang="en-GB" dirty="0" err="1"/>
              <a:t>is_a_student</a:t>
            </a:r>
            <a:r>
              <a:rPr lang="en-GB" dirty="0"/>
              <a:t> contains the </a:t>
            </a:r>
            <a:r>
              <a:rPr lang="en-GB" dirty="0" err="1"/>
              <a:t>boolean</a:t>
            </a:r>
            <a:r>
              <a:rPr lang="en-GB" dirty="0"/>
              <a:t> value: true</a:t>
            </a:r>
          </a:p>
          <a:p>
            <a:r>
              <a:rPr lang="en-GB" dirty="0"/>
              <a:t>*Nb* you will notice that you do not need "quotation marks" when assigning int, float &amp; </a:t>
            </a:r>
            <a:r>
              <a:rPr lang="en-GB" dirty="0" err="1"/>
              <a:t>boolean</a:t>
            </a:r>
            <a:r>
              <a:rPr lang="en-GB" dirty="0"/>
              <a:t> values!</a:t>
            </a:r>
          </a:p>
          <a:p>
            <a:endParaRPr lang="en-GB" dirty="0"/>
          </a:p>
          <a:p>
            <a:endParaRPr lang="en-GB" dirty="0"/>
          </a:p>
          <a:p>
            <a:endParaRPr lang="en-IE" dirty="0"/>
          </a:p>
        </p:txBody>
      </p:sp>
    </p:spTree>
    <p:extLst>
      <p:ext uri="{BB962C8B-B14F-4D97-AF65-F5344CB8AC3E}">
        <p14:creationId xmlns:p14="http://schemas.microsoft.com/office/powerpoint/2010/main" val="34416877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2B23B44-D551-2B85-C766-7AB8F5186384}"/>
              </a:ext>
            </a:extLst>
          </p:cNvPr>
          <p:cNvSpPr>
            <a:spLocks noGrp="1"/>
          </p:cNvSpPr>
          <p:nvPr>
            <p:ph idx="1"/>
          </p:nvPr>
        </p:nvSpPr>
        <p:spPr>
          <a:xfrm>
            <a:off x="838200" y="1455176"/>
            <a:ext cx="10515600" cy="5272396"/>
          </a:xfrm>
        </p:spPr>
        <p:txBody>
          <a:bodyPr>
            <a:normAutofit fontScale="62500" lnSpcReduction="20000"/>
          </a:bodyPr>
          <a:lstStyle/>
          <a:p>
            <a:pPr marL="0" lvl="0" indent="0" algn="ctr">
              <a:lnSpc>
                <a:spcPct val="120000"/>
              </a:lnSpc>
              <a:spcBef>
                <a:spcPts val="0"/>
              </a:spcBef>
              <a:buSzPct val="100000"/>
              <a:buNone/>
            </a:pPr>
            <a:r>
              <a:rPr lang="en-GB" sz="2400" b="1" dirty="0"/>
              <a:t>Variables and the print function</a:t>
            </a:r>
            <a:endParaRPr lang="en-GB" sz="2000" dirty="0"/>
          </a:p>
          <a:p>
            <a:pPr marL="0" lvl="0" indent="0">
              <a:lnSpc>
                <a:spcPct val="120000"/>
              </a:lnSpc>
              <a:buSzPct val="100000"/>
              <a:buNone/>
            </a:pPr>
            <a:r>
              <a:rPr lang="en-GB" dirty="0"/>
              <a:t>If you remember from last week, we used the print() function to print out strings. We can also use the print() function to print out variables! And the good news is that it works pretty much the same way.</a:t>
            </a:r>
            <a:endParaRPr lang="en-GB" b="1" dirty="0"/>
          </a:p>
          <a:p>
            <a:pPr marL="0" lvl="0" indent="0">
              <a:lnSpc>
                <a:spcPct val="120000"/>
              </a:lnSpc>
              <a:buSzPct val="100000"/>
              <a:buNone/>
            </a:pPr>
            <a:r>
              <a:rPr lang="en-GB" dirty="0"/>
              <a:t>Let's say we have 2 variables that contain our pets name and what year we are in, in school.</a:t>
            </a:r>
          </a:p>
          <a:p>
            <a:pPr marL="0" lvl="0" indent="0">
              <a:lnSpc>
                <a:spcPct val="120000"/>
              </a:lnSpc>
              <a:buSzPct val="100000"/>
              <a:buNone/>
            </a:pPr>
            <a:r>
              <a:rPr lang="en-GB" dirty="0" err="1"/>
              <a:t>pets_name</a:t>
            </a:r>
            <a:r>
              <a:rPr lang="en-GB" dirty="0"/>
              <a:t> = "bob ross"                    </a:t>
            </a:r>
            <a:r>
              <a:rPr lang="en-GB" u="sng" dirty="0"/>
              <a:t>remember we must use "quotation marks" for a string.</a:t>
            </a:r>
            <a:endParaRPr lang="en-GB" dirty="0"/>
          </a:p>
          <a:p>
            <a:pPr marL="0" lvl="0" indent="0">
              <a:lnSpc>
                <a:spcPct val="120000"/>
              </a:lnSpc>
              <a:buSzPct val="100000"/>
              <a:buNone/>
            </a:pPr>
            <a:r>
              <a:rPr lang="en-GB" dirty="0" err="1"/>
              <a:t>pchool_year</a:t>
            </a:r>
            <a:r>
              <a:rPr lang="en-GB" dirty="0"/>
              <a:t> = 4                    </a:t>
            </a:r>
            <a:r>
              <a:rPr lang="en-GB" u="sng" dirty="0"/>
              <a:t>recall there are no need for quotation marks for an int, float or bool value.</a:t>
            </a:r>
            <a:endParaRPr lang="en-GB" b="1" dirty="0"/>
          </a:p>
          <a:p>
            <a:pPr marL="0" lvl="0" indent="0">
              <a:lnSpc>
                <a:spcPct val="120000"/>
              </a:lnSpc>
              <a:buSzPct val="100000"/>
              <a:buNone/>
            </a:pPr>
            <a:r>
              <a:rPr lang="en-GB" b="1" dirty="0"/>
              <a:t>So, let's print these variables using the print function:</a:t>
            </a:r>
            <a:endParaRPr lang="en-GB" dirty="0"/>
          </a:p>
          <a:p>
            <a:pPr marL="0" lvl="0" indent="0">
              <a:lnSpc>
                <a:spcPct val="120000"/>
              </a:lnSpc>
              <a:buSzPct val="100000"/>
              <a:buNone/>
            </a:pPr>
            <a:r>
              <a:rPr lang="en-GB" dirty="0"/>
              <a:t>print(</a:t>
            </a:r>
            <a:r>
              <a:rPr lang="en-GB" dirty="0" err="1"/>
              <a:t>pets_name</a:t>
            </a:r>
            <a:r>
              <a:rPr lang="en-GB" dirty="0"/>
              <a:t>)                         </a:t>
            </a:r>
            <a:r>
              <a:rPr lang="en-GB" dirty="0">
                <a:solidFill>
                  <a:srgbClr val="000000"/>
                </a:solidFill>
              </a:rPr>
              <a:t>  </a:t>
            </a:r>
            <a:r>
              <a:rPr lang="en-GB" u="sng" dirty="0"/>
              <a:t>we can simply place the variables </a:t>
            </a:r>
            <a:endParaRPr lang="en-GB" dirty="0"/>
          </a:p>
          <a:p>
            <a:pPr marL="0" lvl="0" indent="0">
              <a:lnSpc>
                <a:spcPct val="120000"/>
              </a:lnSpc>
              <a:buSzPct val="100000"/>
              <a:buNone/>
            </a:pPr>
            <a:r>
              <a:rPr lang="en-GB" dirty="0"/>
              <a:t>print(</a:t>
            </a:r>
            <a:r>
              <a:rPr lang="en-GB" dirty="0" err="1"/>
              <a:t>school_year</a:t>
            </a:r>
            <a:r>
              <a:rPr lang="en-GB" dirty="0"/>
              <a:t>)                          </a:t>
            </a:r>
            <a:r>
              <a:rPr lang="en-GB" u="sng" dirty="0"/>
              <a:t>inside the print function to output them. </a:t>
            </a:r>
            <a:endParaRPr lang="en-GB" dirty="0"/>
          </a:p>
          <a:p>
            <a:pPr marL="0" lvl="0" indent="0">
              <a:lnSpc>
                <a:spcPct val="120000"/>
              </a:lnSpc>
              <a:buSzPct val="100000"/>
              <a:buNone/>
            </a:pPr>
            <a:r>
              <a:rPr lang="en-GB" b="1" dirty="0"/>
              <a:t>Will give the output:</a:t>
            </a:r>
            <a:endParaRPr lang="en-GB" dirty="0"/>
          </a:p>
          <a:p>
            <a:pPr marL="0" lvl="0" indent="0">
              <a:lnSpc>
                <a:spcPct val="120000"/>
              </a:lnSpc>
              <a:buSzPct val="100000"/>
              <a:buNone/>
            </a:pPr>
            <a:r>
              <a:rPr lang="en-GB" dirty="0"/>
              <a:t>Bob ross</a:t>
            </a:r>
          </a:p>
          <a:p>
            <a:pPr marL="0" lvl="0" indent="0">
              <a:lnSpc>
                <a:spcPct val="120000"/>
              </a:lnSpc>
              <a:buSzPct val="100000"/>
              <a:buNone/>
            </a:pPr>
            <a:r>
              <a:rPr lang="en-GB" dirty="0"/>
              <a:t>4</a:t>
            </a:r>
          </a:p>
        </p:txBody>
      </p:sp>
    </p:spTree>
    <p:extLst>
      <p:ext uri="{BB962C8B-B14F-4D97-AF65-F5344CB8AC3E}">
        <p14:creationId xmlns:p14="http://schemas.microsoft.com/office/powerpoint/2010/main" val="29792114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2ED49DD-DE6E-D58D-6C81-262436B68A67}"/>
              </a:ext>
            </a:extLst>
          </p:cNvPr>
          <p:cNvSpPr>
            <a:spLocks noGrp="1"/>
          </p:cNvSpPr>
          <p:nvPr>
            <p:ph type="title"/>
          </p:nvPr>
        </p:nvSpPr>
        <p:spPr/>
        <p:txBody>
          <a:bodyPr/>
          <a:lstStyle/>
          <a:p>
            <a:r>
              <a:rPr lang="en-IE" dirty="0"/>
              <a:t>Part 2 - Operators</a:t>
            </a:r>
          </a:p>
        </p:txBody>
      </p:sp>
      <p:sp>
        <p:nvSpPr>
          <p:cNvPr id="5" name="Text Placeholder 4">
            <a:extLst>
              <a:ext uri="{FF2B5EF4-FFF2-40B4-BE49-F238E27FC236}">
                <a16:creationId xmlns:a16="http://schemas.microsoft.com/office/drawing/2014/main" id="{D80C6A3F-C2C5-AB2D-C64A-0FF053BC83DF}"/>
              </a:ext>
            </a:extLst>
          </p:cNvPr>
          <p:cNvSpPr>
            <a:spLocks noGrp="1"/>
          </p:cNvSpPr>
          <p:nvPr>
            <p:ph type="body" idx="1"/>
          </p:nvPr>
        </p:nvSpPr>
        <p:spPr/>
        <p:txBody>
          <a:bodyPr/>
          <a:lstStyle/>
          <a:p>
            <a:endParaRPr lang="en-IE"/>
          </a:p>
        </p:txBody>
      </p:sp>
      <p:pic>
        <p:nvPicPr>
          <p:cNvPr id="6" name="Google Shape;393;p23" descr="A picture containing drawing&#10;&#10;Description automatically generated">
            <a:extLst>
              <a:ext uri="{FF2B5EF4-FFF2-40B4-BE49-F238E27FC236}">
                <a16:creationId xmlns:a16="http://schemas.microsoft.com/office/drawing/2014/main" id="{F09D55F6-E095-9EF3-2F44-D647BC9A3645}"/>
              </a:ext>
            </a:extLst>
          </p:cNvPr>
          <p:cNvPicPr preferRelativeResize="0">
            <a:picLocks/>
          </p:cNvPicPr>
          <p:nvPr/>
        </p:nvPicPr>
        <p:blipFill rotWithShape="1">
          <a:blip r:embed="rId2">
            <a:alphaModFix/>
          </a:blip>
          <a:srcRect/>
          <a:stretch/>
        </p:blipFill>
        <p:spPr>
          <a:xfrm>
            <a:off x="4371423" y="448324"/>
            <a:ext cx="3449154" cy="2688166"/>
          </a:xfrm>
          <a:prstGeom prst="roundRect">
            <a:avLst>
              <a:gd name="adj" fmla="val 5301"/>
            </a:avLst>
          </a:prstGeom>
          <a:noFill/>
          <a:ln w="82550" cap="sq" cmpd="sng">
            <a:solidFill>
              <a:srgbClr val="EAEAEA"/>
            </a:solidFill>
            <a:prstDash val="solid"/>
            <a:miter lim="800000"/>
            <a:headEnd type="none" w="sm" len="sm"/>
            <a:tailEnd type="none" w="sm" len="sm"/>
          </a:ln>
        </p:spPr>
      </p:pic>
    </p:spTree>
    <p:extLst>
      <p:ext uri="{BB962C8B-B14F-4D97-AF65-F5344CB8AC3E}">
        <p14:creationId xmlns:p14="http://schemas.microsoft.com/office/powerpoint/2010/main" val="41908266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FBE4243-A56D-CD20-D0D2-639663AFF191}"/>
              </a:ext>
            </a:extLst>
          </p:cNvPr>
          <p:cNvSpPr>
            <a:spLocks noGrp="1"/>
          </p:cNvSpPr>
          <p:nvPr>
            <p:ph type="title"/>
          </p:nvPr>
        </p:nvSpPr>
        <p:spPr/>
        <p:txBody>
          <a:bodyPr/>
          <a:lstStyle/>
          <a:p>
            <a:endParaRPr lang="en-IE"/>
          </a:p>
        </p:txBody>
      </p:sp>
      <p:sp>
        <p:nvSpPr>
          <p:cNvPr id="5" name="Content Placeholder 4">
            <a:extLst>
              <a:ext uri="{FF2B5EF4-FFF2-40B4-BE49-F238E27FC236}">
                <a16:creationId xmlns:a16="http://schemas.microsoft.com/office/drawing/2014/main" id="{324E7133-F7A6-A641-CAC0-CD37FAACD53A}"/>
              </a:ext>
            </a:extLst>
          </p:cNvPr>
          <p:cNvSpPr>
            <a:spLocks noGrp="1"/>
          </p:cNvSpPr>
          <p:nvPr>
            <p:ph idx="1"/>
          </p:nvPr>
        </p:nvSpPr>
        <p:spPr/>
        <p:txBody>
          <a:bodyPr>
            <a:normAutofit lnSpcReduction="10000"/>
          </a:bodyPr>
          <a:lstStyle/>
          <a:p>
            <a:r>
              <a:rPr lang="en-GB" dirty="0"/>
              <a:t>What are operators?</a:t>
            </a:r>
          </a:p>
          <a:p>
            <a:r>
              <a:rPr lang="en-GB" dirty="0"/>
              <a:t>There are different types of operators, we will be focusing on:</a:t>
            </a:r>
          </a:p>
          <a:p>
            <a:endParaRPr lang="en-GB" dirty="0"/>
          </a:p>
          <a:p>
            <a:r>
              <a:rPr lang="en-GB" dirty="0"/>
              <a:t>Arithmetic operators</a:t>
            </a:r>
          </a:p>
          <a:p>
            <a:pPr lvl="1"/>
            <a:r>
              <a:rPr lang="en-GB" dirty="0"/>
              <a:t>Arithmetic operators are used with numeric values to perform common mathematical operations. Addition, subtraction, multiplication etc...</a:t>
            </a:r>
          </a:p>
          <a:p>
            <a:endParaRPr lang="en-GB" dirty="0"/>
          </a:p>
          <a:p>
            <a:r>
              <a:rPr lang="en-GB" dirty="0"/>
              <a:t>Assignment operators</a:t>
            </a:r>
          </a:p>
          <a:p>
            <a:pPr lvl="1"/>
            <a:r>
              <a:rPr lang="en-GB" dirty="0"/>
              <a:t>Assignment operators are used to assign values to variables.</a:t>
            </a:r>
          </a:p>
          <a:p>
            <a:pPr lvl="1"/>
            <a:r>
              <a:rPr lang="en-GB" dirty="0"/>
              <a:t>In python the "=" is the main assignment operator.</a:t>
            </a:r>
          </a:p>
          <a:p>
            <a:endParaRPr lang="en-IE" dirty="0"/>
          </a:p>
        </p:txBody>
      </p:sp>
    </p:spTree>
    <p:extLst>
      <p:ext uri="{BB962C8B-B14F-4D97-AF65-F5344CB8AC3E}">
        <p14:creationId xmlns:p14="http://schemas.microsoft.com/office/powerpoint/2010/main" val="35002600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670E2B-B023-DB99-52FE-534A945C440C}"/>
              </a:ext>
            </a:extLst>
          </p:cNvPr>
          <p:cNvSpPr>
            <a:spLocks noGrp="1"/>
          </p:cNvSpPr>
          <p:nvPr>
            <p:ph type="title"/>
          </p:nvPr>
        </p:nvSpPr>
        <p:spPr/>
        <p:txBody>
          <a:bodyPr/>
          <a:lstStyle/>
          <a:p>
            <a:endParaRPr lang="en-IE"/>
          </a:p>
        </p:txBody>
      </p:sp>
      <p:sp>
        <p:nvSpPr>
          <p:cNvPr id="3" name="Content Placeholder 2">
            <a:extLst>
              <a:ext uri="{FF2B5EF4-FFF2-40B4-BE49-F238E27FC236}">
                <a16:creationId xmlns:a16="http://schemas.microsoft.com/office/drawing/2014/main" id="{9FC41C12-D280-F5DE-9C20-3F0AF4A64999}"/>
              </a:ext>
            </a:extLst>
          </p:cNvPr>
          <p:cNvSpPr>
            <a:spLocks noGrp="1"/>
          </p:cNvSpPr>
          <p:nvPr>
            <p:ph idx="1"/>
          </p:nvPr>
        </p:nvSpPr>
        <p:spPr/>
        <p:txBody>
          <a:bodyPr>
            <a:normAutofit fontScale="85000" lnSpcReduction="20000"/>
          </a:bodyPr>
          <a:lstStyle/>
          <a:p>
            <a:r>
              <a:rPr lang="en-GB" dirty="0"/>
              <a:t>Operators and the print function</a:t>
            </a:r>
          </a:p>
          <a:p>
            <a:pPr lvl="1"/>
            <a:r>
              <a:rPr lang="en-GB" dirty="0"/>
              <a:t>We can use the print() function to print out the results of maths problems.</a:t>
            </a:r>
          </a:p>
          <a:p>
            <a:pPr lvl="1"/>
            <a:r>
              <a:rPr lang="en-GB" dirty="0"/>
              <a:t>Let's say we wanted to know what 188 + 68 * 1 + 3 was</a:t>
            </a:r>
          </a:p>
          <a:p>
            <a:pPr lvl="1"/>
            <a:r>
              <a:rPr lang="en-GB" dirty="0"/>
              <a:t>We can use the python and the print function to tell us.</a:t>
            </a:r>
          </a:p>
          <a:p>
            <a:pPr lvl="1"/>
            <a:r>
              <a:rPr lang="en-GB" dirty="0"/>
              <a:t>Print(188 + 68 * 1 + 3) will output the answer: 259</a:t>
            </a:r>
          </a:p>
          <a:p>
            <a:endParaRPr lang="en-GB" dirty="0"/>
          </a:p>
          <a:p>
            <a:r>
              <a:rPr lang="en-GB" dirty="0"/>
              <a:t>And we can do this with:</a:t>
            </a:r>
          </a:p>
          <a:p>
            <a:pPr lvl="1"/>
            <a:r>
              <a:rPr lang="en-GB" dirty="0"/>
              <a:t>Subtraction: print(10-6) will output the answer: 4</a:t>
            </a:r>
          </a:p>
          <a:p>
            <a:pPr lvl="1"/>
            <a:r>
              <a:rPr lang="en-GB" dirty="0"/>
              <a:t>Multiplication: print(5 * 4) will output the answer: 20</a:t>
            </a:r>
          </a:p>
          <a:p>
            <a:pPr lvl="1"/>
            <a:r>
              <a:rPr lang="en-GB" dirty="0"/>
              <a:t>Division: print(100 / 20) will output the answer: 5</a:t>
            </a:r>
          </a:p>
          <a:p>
            <a:endParaRPr lang="en-GB" dirty="0"/>
          </a:p>
          <a:p>
            <a:r>
              <a:rPr lang="en-GB" dirty="0"/>
              <a:t>Python follows the </a:t>
            </a:r>
            <a:r>
              <a:rPr lang="en-GB" dirty="0" err="1"/>
              <a:t>pemdas</a:t>
            </a:r>
            <a:r>
              <a:rPr lang="en-GB" dirty="0"/>
              <a:t> order of operations. Which stands for:</a:t>
            </a:r>
          </a:p>
          <a:p>
            <a:pPr lvl="1"/>
            <a:r>
              <a:rPr lang="en-GB" dirty="0"/>
              <a:t>Parentheses, exponent, multiplication, division, addition and subtraction.</a:t>
            </a:r>
          </a:p>
          <a:p>
            <a:endParaRPr lang="en-IE" dirty="0"/>
          </a:p>
        </p:txBody>
      </p:sp>
    </p:spTree>
    <p:extLst>
      <p:ext uri="{BB962C8B-B14F-4D97-AF65-F5344CB8AC3E}">
        <p14:creationId xmlns:p14="http://schemas.microsoft.com/office/powerpoint/2010/main" val="31670280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420;p26">
            <a:extLst>
              <a:ext uri="{FF2B5EF4-FFF2-40B4-BE49-F238E27FC236}">
                <a16:creationId xmlns:a16="http://schemas.microsoft.com/office/drawing/2014/main" id="{84F62B84-8597-6D58-814A-30B23757B92A}"/>
              </a:ext>
            </a:extLst>
          </p:cNvPr>
          <p:cNvGraphicFramePr/>
          <p:nvPr>
            <p:extLst>
              <p:ext uri="{D42A27DB-BD31-4B8C-83A1-F6EECF244321}">
                <p14:modId xmlns:p14="http://schemas.microsoft.com/office/powerpoint/2010/main" val="2869976100"/>
              </p:ext>
            </p:extLst>
          </p:nvPr>
        </p:nvGraphicFramePr>
        <p:xfrm>
          <a:off x="-8659" y="770659"/>
          <a:ext cx="12231375" cy="6249185"/>
        </p:xfrm>
        <a:graphic>
          <a:graphicData uri="http://schemas.openxmlformats.org/drawingml/2006/table">
            <a:tbl>
              <a:tblPr firstRow="1" bandRow="1">
                <a:tableStyleId>{35758FB7-9AC5-4552-8A53-C91805E547FA}</a:tableStyleId>
              </a:tblPr>
              <a:tblGrid>
                <a:gridCol w="2446275">
                  <a:extLst>
                    <a:ext uri="{9D8B030D-6E8A-4147-A177-3AD203B41FA5}">
                      <a16:colId xmlns:a16="http://schemas.microsoft.com/office/drawing/2014/main" val="20000"/>
                    </a:ext>
                  </a:extLst>
                </a:gridCol>
                <a:gridCol w="2446275">
                  <a:extLst>
                    <a:ext uri="{9D8B030D-6E8A-4147-A177-3AD203B41FA5}">
                      <a16:colId xmlns:a16="http://schemas.microsoft.com/office/drawing/2014/main" val="20001"/>
                    </a:ext>
                  </a:extLst>
                </a:gridCol>
                <a:gridCol w="2446275">
                  <a:extLst>
                    <a:ext uri="{9D8B030D-6E8A-4147-A177-3AD203B41FA5}">
                      <a16:colId xmlns:a16="http://schemas.microsoft.com/office/drawing/2014/main" val="20002"/>
                    </a:ext>
                  </a:extLst>
                </a:gridCol>
                <a:gridCol w="2446275">
                  <a:extLst>
                    <a:ext uri="{9D8B030D-6E8A-4147-A177-3AD203B41FA5}">
                      <a16:colId xmlns:a16="http://schemas.microsoft.com/office/drawing/2014/main" val="20003"/>
                    </a:ext>
                  </a:extLst>
                </a:gridCol>
                <a:gridCol w="2446275">
                  <a:extLst>
                    <a:ext uri="{9D8B030D-6E8A-4147-A177-3AD203B41FA5}">
                      <a16:colId xmlns:a16="http://schemas.microsoft.com/office/drawing/2014/main" val="20004"/>
                    </a:ext>
                  </a:extLst>
                </a:gridCol>
              </a:tblGrid>
              <a:tr h="493900">
                <a:tc>
                  <a:txBody>
                    <a:bodyPr/>
                    <a:lstStyle/>
                    <a:p>
                      <a:pPr marL="0" marR="0" lvl="0" indent="0" algn="ctr" rtl="0">
                        <a:spcBef>
                          <a:spcPts val="0"/>
                        </a:spcBef>
                        <a:spcAft>
                          <a:spcPts val="0"/>
                        </a:spcAft>
                        <a:buNone/>
                      </a:pPr>
                      <a:r>
                        <a:rPr lang="en-IE" sz="1600" u="none" strike="noStrike" cap="none" dirty="0"/>
                        <a:t>Operator</a:t>
                      </a:r>
                      <a:endParaRPr sz="1600" u="none" strike="noStrike" cap="none" dirty="0"/>
                    </a:p>
                  </a:txBody>
                  <a:tcPr marL="91450" marR="91450" marT="45725" marB="45725" anchor="ctr"/>
                </a:tc>
                <a:tc>
                  <a:txBody>
                    <a:bodyPr/>
                    <a:lstStyle/>
                    <a:p>
                      <a:pPr marL="0" marR="0" lvl="0" indent="0" algn="ctr" rtl="0">
                        <a:spcBef>
                          <a:spcPts val="0"/>
                        </a:spcBef>
                        <a:spcAft>
                          <a:spcPts val="0"/>
                        </a:spcAft>
                        <a:buNone/>
                      </a:pPr>
                      <a:r>
                        <a:rPr lang="en-IE" sz="1600" u="none" strike="noStrike" cap="none" dirty="0"/>
                        <a:t>Name</a:t>
                      </a:r>
                      <a:endParaRPr sz="1600" u="none" strike="noStrike" cap="none" dirty="0"/>
                    </a:p>
                  </a:txBody>
                  <a:tcPr marL="91450" marR="91450" marT="45725" marB="45725" anchor="ctr"/>
                </a:tc>
                <a:tc>
                  <a:txBody>
                    <a:bodyPr/>
                    <a:lstStyle/>
                    <a:p>
                      <a:pPr marL="0" marR="0" lvl="0" indent="0" algn="ctr" rtl="0">
                        <a:spcBef>
                          <a:spcPts val="0"/>
                        </a:spcBef>
                        <a:spcAft>
                          <a:spcPts val="0"/>
                        </a:spcAft>
                        <a:buClr>
                          <a:schemeClr val="dk1"/>
                        </a:buClr>
                        <a:buSzPts val="1600"/>
                        <a:buFont typeface="Twentieth Century"/>
                        <a:buNone/>
                      </a:pPr>
                      <a:r>
                        <a:rPr lang="en-IE" sz="1600" u="none" strike="noStrike" cap="none"/>
                        <a:t>Description</a:t>
                      </a:r>
                      <a:endParaRPr sz="1600" u="none" strike="noStrike" cap="none"/>
                    </a:p>
                  </a:txBody>
                  <a:tcPr marL="91450" marR="91450" marT="45725" marB="45725" anchor="ctr"/>
                </a:tc>
                <a:tc>
                  <a:txBody>
                    <a:bodyPr/>
                    <a:lstStyle/>
                    <a:p>
                      <a:pPr marL="0" marR="0" lvl="0" indent="0" algn="ctr" rtl="0">
                        <a:spcBef>
                          <a:spcPts val="0"/>
                        </a:spcBef>
                        <a:spcAft>
                          <a:spcPts val="0"/>
                        </a:spcAft>
                        <a:buNone/>
                      </a:pPr>
                      <a:r>
                        <a:rPr lang="en-IE" sz="1600" u="none" strike="noStrike" cap="none"/>
                        <a:t>Example</a:t>
                      </a:r>
                      <a:endParaRPr sz="1600" u="none" strike="noStrike" cap="none"/>
                    </a:p>
                  </a:txBody>
                  <a:tcPr marL="91450" marR="91450" marT="45725" marB="45725" anchor="ctr"/>
                </a:tc>
                <a:tc>
                  <a:txBody>
                    <a:bodyPr/>
                    <a:lstStyle/>
                    <a:p>
                      <a:pPr marL="0" marR="0" lvl="0" indent="0" algn="ctr" rtl="0">
                        <a:spcBef>
                          <a:spcPts val="0"/>
                        </a:spcBef>
                        <a:spcAft>
                          <a:spcPts val="0"/>
                        </a:spcAft>
                        <a:buNone/>
                      </a:pPr>
                      <a:r>
                        <a:rPr lang="en-IE" sz="1600" u="none" strike="noStrike" cap="none"/>
                        <a:t>In words</a:t>
                      </a:r>
                      <a:endParaRPr sz="1600" u="none" strike="noStrike" cap="none"/>
                    </a:p>
                  </a:txBody>
                  <a:tcPr marL="91450" marR="91450" marT="45725" marB="45725" anchor="ctr"/>
                </a:tc>
                <a:extLst>
                  <a:ext uri="{0D108BD9-81ED-4DB2-BD59-A6C34878D82A}">
                    <a16:rowId xmlns:a16="http://schemas.microsoft.com/office/drawing/2014/main" val="10000"/>
                  </a:ext>
                </a:extLst>
              </a:tr>
              <a:tr h="493900">
                <a:tc>
                  <a:txBody>
                    <a:bodyPr/>
                    <a:lstStyle/>
                    <a:p>
                      <a:pPr marL="0" marR="0" lvl="0" indent="0" algn="ctr" rtl="0">
                        <a:spcBef>
                          <a:spcPts val="0"/>
                        </a:spcBef>
                        <a:spcAft>
                          <a:spcPts val="0"/>
                        </a:spcAft>
                        <a:buNone/>
                      </a:pPr>
                      <a:r>
                        <a:rPr lang="en-IE" sz="1600" u="none" strike="noStrike" cap="none"/>
                        <a:t>+</a:t>
                      </a:r>
                      <a:endParaRPr sz="1600" u="none" strike="noStrike" cap="none"/>
                    </a:p>
                  </a:txBody>
                  <a:tcPr marL="91450" marR="91450" marT="45725" marB="45725" anchor="ctr"/>
                </a:tc>
                <a:tc>
                  <a:txBody>
                    <a:bodyPr/>
                    <a:lstStyle/>
                    <a:p>
                      <a:pPr marL="0" marR="0" lvl="0" indent="0" algn="ctr" rtl="0">
                        <a:spcBef>
                          <a:spcPts val="0"/>
                        </a:spcBef>
                        <a:spcAft>
                          <a:spcPts val="0"/>
                        </a:spcAft>
                        <a:buNone/>
                      </a:pPr>
                      <a:r>
                        <a:rPr lang="en-IE" sz="1600" u="none" strike="noStrike" cap="none"/>
                        <a:t>Addition</a:t>
                      </a:r>
                      <a:endParaRPr sz="1600" u="none" strike="noStrike" cap="none"/>
                    </a:p>
                  </a:txBody>
                  <a:tcPr marL="91450" marR="91450" marT="45725" marB="45725" anchor="ctr"/>
                </a:tc>
                <a:tc>
                  <a:txBody>
                    <a:bodyPr/>
                    <a:lstStyle/>
                    <a:p>
                      <a:pPr marL="0" marR="0" lvl="0" indent="0" algn="ctr" rtl="0">
                        <a:spcBef>
                          <a:spcPts val="0"/>
                        </a:spcBef>
                        <a:spcAft>
                          <a:spcPts val="0"/>
                        </a:spcAft>
                        <a:buClr>
                          <a:schemeClr val="dk1"/>
                        </a:buClr>
                        <a:buSzPts val="1600"/>
                        <a:buFont typeface="Twentieth Century"/>
                        <a:buNone/>
                      </a:pPr>
                      <a:r>
                        <a:rPr lang="en-IE" sz="1600" u="none" strike="noStrike" cap="none"/>
                        <a:t>Standard addition</a:t>
                      </a:r>
                      <a:endParaRPr sz="1600" u="none" strike="noStrike" cap="none"/>
                    </a:p>
                  </a:txBody>
                  <a:tcPr marL="91450" marR="91450" marT="45725" marB="45725" anchor="ctr"/>
                </a:tc>
                <a:tc>
                  <a:txBody>
                    <a:bodyPr/>
                    <a:lstStyle/>
                    <a:p>
                      <a:pPr marL="0" marR="0" lvl="0" indent="0" algn="ctr" rtl="0">
                        <a:spcBef>
                          <a:spcPts val="0"/>
                        </a:spcBef>
                        <a:spcAft>
                          <a:spcPts val="0"/>
                        </a:spcAft>
                        <a:buNone/>
                      </a:pPr>
                      <a:r>
                        <a:rPr lang="en-IE" sz="1600" u="none" strike="noStrike" cap="none"/>
                        <a:t>1 + 7 = 8</a:t>
                      </a:r>
                      <a:endParaRPr sz="1600" u="none" strike="noStrike" cap="none"/>
                    </a:p>
                  </a:txBody>
                  <a:tcPr marL="91450" marR="91450" marT="45725" marB="45725" anchor="ctr"/>
                </a:tc>
                <a:tc>
                  <a:txBody>
                    <a:bodyPr/>
                    <a:lstStyle/>
                    <a:p>
                      <a:pPr marL="0" marR="0" lvl="0" indent="0" algn="ctr" rtl="0">
                        <a:spcBef>
                          <a:spcPts val="0"/>
                        </a:spcBef>
                        <a:spcAft>
                          <a:spcPts val="0"/>
                        </a:spcAft>
                        <a:buNone/>
                      </a:pPr>
                      <a:r>
                        <a:rPr lang="en-IE" sz="1600" u="none" strike="noStrike" cap="none"/>
                        <a:t>One plus seven is eight</a:t>
                      </a:r>
                      <a:endParaRPr sz="1600" u="none" strike="noStrike" cap="none"/>
                    </a:p>
                  </a:txBody>
                  <a:tcPr marL="91450" marR="91450" marT="45725" marB="45725" anchor="ctr"/>
                </a:tc>
                <a:extLst>
                  <a:ext uri="{0D108BD9-81ED-4DB2-BD59-A6C34878D82A}">
                    <a16:rowId xmlns:a16="http://schemas.microsoft.com/office/drawing/2014/main" val="10001"/>
                  </a:ext>
                </a:extLst>
              </a:tr>
              <a:tr h="493900">
                <a:tc>
                  <a:txBody>
                    <a:bodyPr/>
                    <a:lstStyle/>
                    <a:p>
                      <a:pPr marL="0" marR="0" lvl="0" indent="0" algn="ctr" rtl="0">
                        <a:spcBef>
                          <a:spcPts val="0"/>
                        </a:spcBef>
                        <a:spcAft>
                          <a:spcPts val="0"/>
                        </a:spcAft>
                        <a:buNone/>
                      </a:pPr>
                      <a:r>
                        <a:rPr lang="en-IE" sz="1600" u="none" strike="noStrike" cap="none"/>
                        <a:t>-</a:t>
                      </a:r>
                      <a:endParaRPr sz="1600" u="none" strike="noStrike" cap="none"/>
                    </a:p>
                  </a:txBody>
                  <a:tcPr marL="91450" marR="91450" marT="45725" marB="45725" anchor="ctr"/>
                </a:tc>
                <a:tc>
                  <a:txBody>
                    <a:bodyPr/>
                    <a:lstStyle/>
                    <a:p>
                      <a:pPr marL="0" marR="0" lvl="0" indent="0" algn="ctr" rtl="0">
                        <a:spcBef>
                          <a:spcPts val="0"/>
                        </a:spcBef>
                        <a:spcAft>
                          <a:spcPts val="0"/>
                        </a:spcAft>
                        <a:buNone/>
                      </a:pPr>
                      <a:r>
                        <a:rPr lang="en-IE" sz="1600" u="none" strike="noStrike" cap="none" dirty="0"/>
                        <a:t>Subtraction</a:t>
                      </a:r>
                      <a:endParaRPr sz="1600" u="none" strike="noStrike" cap="none" dirty="0"/>
                    </a:p>
                  </a:txBody>
                  <a:tcPr marL="91450" marR="91450" marT="45725" marB="45725" anchor="ctr"/>
                </a:tc>
                <a:tc>
                  <a:txBody>
                    <a:bodyPr/>
                    <a:lstStyle/>
                    <a:p>
                      <a:pPr marL="0" marR="0" lvl="0" indent="0" algn="ctr" rtl="0">
                        <a:spcBef>
                          <a:spcPts val="0"/>
                        </a:spcBef>
                        <a:spcAft>
                          <a:spcPts val="0"/>
                        </a:spcAft>
                        <a:buClr>
                          <a:schemeClr val="dk1"/>
                        </a:buClr>
                        <a:buSzPts val="1600"/>
                        <a:buFont typeface="Twentieth Century"/>
                        <a:buNone/>
                      </a:pPr>
                      <a:r>
                        <a:rPr lang="en-IE" sz="1600" u="none" strike="noStrike" cap="none"/>
                        <a:t>Standard subtraction</a:t>
                      </a:r>
                      <a:endParaRPr sz="1600" u="none" strike="noStrike" cap="none"/>
                    </a:p>
                  </a:txBody>
                  <a:tcPr marL="91450" marR="91450" marT="45725" marB="45725" anchor="ctr"/>
                </a:tc>
                <a:tc>
                  <a:txBody>
                    <a:bodyPr/>
                    <a:lstStyle/>
                    <a:p>
                      <a:pPr marL="0" marR="0" lvl="0" indent="0" algn="ctr" rtl="0">
                        <a:spcBef>
                          <a:spcPts val="0"/>
                        </a:spcBef>
                        <a:spcAft>
                          <a:spcPts val="0"/>
                        </a:spcAft>
                        <a:buNone/>
                      </a:pPr>
                      <a:r>
                        <a:rPr lang="en-IE" sz="1600" u="none" strike="noStrike" cap="none"/>
                        <a:t>5 – 3 = 2</a:t>
                      </a:r>
                      <a:endParaRPr sz="1600" u="none" strike="noStrike" cap="none"/>
                    </a:p>
                  </a:txBody>
                  <a:tcPr marL="91450" marR="91450" marT="45725" marB="45725" anchor="ctr"/>
                </a:tc>
                <a:tc>
                  <a:txBody>
                    <a:bodyPr/>
                    <a:lstStyle/>
                    <a:p>
                      <a:pPr marL="0" marR="0" lvl="0" indent="0" algn="ctr" rtl="0">
                        <a:spcBef>
                          <a:spcPts val="0"/>
                        </a:spcBef>
                        <a:spcAft>
                          <a:spcPts val="0"/>
                        </a:spcAft>
                        <a:buNone/>
                      </a:pPr>
                      <a:r>
                        <a:rPr lang="en-IE" sz="1600" u="none" strike="noStrike" cap="none"/>
                        <a:t>Five minus three is two</a:t>
                      </a:r>
                      <a:endParaRPr sz="1600" u="none" strike="noStrike" cap="none"/>
                    </a:p>
                  </a:txBody>
                  <a:tcPr marL="91450" marR="91450" marT="45725" marB="45725" anchor="ctr"/>
                </a:tc>
                <a:extLst>
                  <a:ext uri="{0D108BD9-81ED-4DB2-BD59-A6C34878D82A}">
                    <a16:rowId xmlns:a16="http://schemas.microsoft.com/office/drawing/2014/main" val="10002"/>
                  </a:ext>
                </a:extLst>
              </a:tr>
              <a:tr h="493900">
                <a:tc>
                  <a:txBody>
                    <a:bodyPr/>
                    <a:lstStyle/>
                    <a:p>
                      <a:pPr marL="0" marR="0" lvl="0" indent="0" algn="ctr" rtl="0">
                        <a:spcBef>
                          <a:spcPts val="0"/>
                        </a:spcBef>
                        <a:spcAft>
                          <a:spcPts val="0"/>
                        </a:spcAft>
                        <a:buNone/>
                      </a:pPr>
                      <a:r>
                        <a:rPr lang="en-IE" sz="1600" u="none" strike="noStrike" cap="none"/>
                        <a:t>*</a:t>
                      </a:r>
                      <a:endParaRPr sz="1600" u="none" strike="noStrike" cap="none"/>
                    </a:p>
                  </a:txBody>
                  <a:tcPr marL="91450" marR="91450" marT="45725" marB="45725" anchor="ctr"/>
                </a:tc>
                <a:tc>
                  <a:txBody>
                    <a:bodyPr/>
                    <a:lstStyle/>
                    <a:p>
                      <a:pPr marL="0" marR="0" lvl="0" indent="0" algn="ctr" rtl="0">
                        <a:spcBef>
                          <a:spcPts val="0"/>
                        </a:spcBef>
                        <a:spcAft>
                          <a:spcPts val="0"/>
                        </a:spcAft>
                        <a:buNone/>
                      </a:pPr>
                      <a:r>
                        <a:rPr lang="en-IE" sz="1600" u="none" strike="noStrike" cap="none" dirty="0"/>
                        <a:t>Multiplication</a:t>
                      </a:r>
                      <a:endParaRPr sz="1600" u="none" strike="noStrike" cap="none" dirty="0"/>
                    </a:p>
                  </a:txBody>
                  <a:tcPr marL="91450" marR="91450" marT="45725" marB="45725" anchor="ctr"/>
                </a:tc>
                <a:tc>
                  <a:txBody>
                    <a:bodyPr/>
                    <a:lstStyle/>
                    <a:p>
                      <a:pPr marL="0" marR="0" lvl="0" indent="0" algn="ctr" rtl="0">
                        <a:spcBef>
                          <a:spcPts val="0"/>
                        </a:spcBef>
                        <a:spcAft>
                          <a:spcPts val="0"/>
                        </a:spcAft>
                        <a:buClr>
                          <a:schemeClr val="dk1"/>
                        </a:buClr>
                        <a:buSzPts val="1600"/>
                        <a:buFont typeface="Twentieth Century"/>
                        <a:buNone/>
                      </a:pPr>
                      <a:r>
                        <a:rPr lang="en-IE" sz="1600" u="none" strike="noStrike" cap="none"/>
                        <a:t>Standard multiplication</a:t>
                      </a:r>
                      <a:endParaRPr/>
                    </a:p>
                  </a:txBody>
                  <a:tcPr marL="91450" marR="91450" marT="45725" marB="45725" anchor="ctr"/>
                </a:tc>
                <a:tc>
                  <a:txBody>
                    <a:bodyPr/>
                    <a:lstStyle/>
                    <a:p>
                      <a:pPr marL="0" marR="0" lvl="0" indent="0" algn="ctr" rtl="0">
                        <a:spcBef>
                          <a:spcPts val="0"/>
                        </a:spcBef>
                        <a:spcAft>
                          <a:spcPts val="0"/>
                        </a:spcAft>
                        <a:buNone/>
                      </a:pPr>
                      <a:r>
                        <a:rPr lang="en-IE" sz="1600" u="none" strike="noStrike" cap="none"/>
                        <a:t>6 * 4 = 24</a:t>
                      </a:r>
                      <a:endParaRPr sz="1600" u="none" strike="noStrike" cap="none"/>
                    </a:p>
                  </a:txBody>
                  <a:tcPr marL="91450" marR="91450" marT="45725" marB="45725" anchor="ctr"/>
                </a:tc>
                <a:tc>
                  <a:txBody>
                    <a:bodyPr/>
                    <a:lstStyle/>
                    <a:p>
                      <a:pPr marL="0" marR="0" lvl="0" indent="0" algn="ctr" rtl="0">
                        <a:spcBef>
                          <a:spcPts val="0"/>
                        </a:spcBef>
                        <a:spcAft>
                          <a:spcPts val="0"/>
                        </a:spcAft>
                        <a:buNone/>
                      </a:pPr>
                      <a:r>
                        <a:rPr lang="en-IE" sz="1600" u="none" strike="noStrike" cap="none"/>
                        <a:t>Six times four is twentyfour</a:t>
                      </a:r>
                      <a:endParaRPr sz="1600" u="none" strike="noStrike" cap="none"/>
                    </a:p>
                  </a:txBody>
                  <a:tcPr marL="91450" marR="91450" marT="45725" marB="45725" anchor="ctr"/>
                </a:tc>
                <a:extLst>
                  <a:ext uri="{0D108BD9-81ED-4DB2-BD59-A6C34878D82A}">
                    <a16:rowId xmlns:a16="http://schemas.microsoft.com/office/drawing/2014/main" val="10003"/>
                  </a:ext>
                </a:extLst>
              </a:tr>
              <a:tr h="493900">
                <a:tc>
                  <a:txBody>
                    <a:bodyPr/>
                    <a:lstStyle/>
                    <a:p>
                      <a:pPr marL="0" marR="0" lvl="0" indent="0" algn="ctr" rtl="0">
                        <a:spcBef>
                          <a:spcPts val="0"/>
                        </a:spcBef>
                        <a:spcAft>
                          <a:spcPts val="0"/>
                        </a:spcAft>
                        <a:buNone/>
                      </a:pPr>
                      <a:r>
                        <a:rPr lang="en-IE" sz="1600" u="none" strike="noStrike" cap="none"/>
                        <a:t>/</a:t>
                      </a:r>
                      <a:endParaRPr sz="1600" u="none" strike="noStrike" cap="none"/>
                    </a:p>
                  </a:txBody>
                  <a:tcPr marL="91450" marR="91450" marT="45725" marB="45725" anchor="ctr"/>
                </a:tc>
                <a:tc>
                  <a:txBody>
                    <a:bodyPr/>
                    <a:lstStyle/>
                    <a:p>
                      <a:pPr marL="0" marR="0" lvl="0" indent="0" algn="ctr" rtl="0">
                        <a:spcBef>
                          <a:spcPts val="0"/>
                        </a:spcBef>
                        <a:spcAft>
                          <a:spcPts val="0"/>
                        </a:spcAft>
                        <a:buNone/>
                      </a:pPr>
                      <a:r>
                        <a:rPr lang="en-IE" sz="1600" u="none" strike="noStrike" cap="none"/>
                        <a:t>Division</a:t>
                      </a:r>
                      <a:endParaRPr sz="1600" u="none" strike="noStrike" cap="none"/>
                    </a:p>
                  </a:txBody>
                  <a:tcPr marL="91450" marR="91450" marT="45725" marB="45725" anchor="ctr"/>
                </a:tc>
                <a:tc>
                  <a:txBody>
                    <a:bodyPr/>
                    <a:lstStyle/>
                    <a:p>
                      <a:pPr marL="0" marR="0" lvl="0" indent="0" algn="ctr" rtl="0">
                        <a:spcBef>
                          <a:spcPts val="0"/>
                        </a:spcBef>
                        <a:spcAft>
                          <a:spcPts val="0"/>
                        </a:spcAft>
                        <a:buClr>
                          <a:schemeClr val="dk1"/>
                        </a:buClr>
                        <a:buSzPts val="1600"/>
                        <a:buFont typeface="Twentieth Century"/>
                        <a:buNone/>
                      </a:pPr>
                      <a:r>
                        <a:rPr lang="en-IE" sz="1600" u="none" strike="noStrike" cap="none" dirty="0"/>
                        <a:t>Standard division</a:t>
                      </a:r>
                      <a:endParaRPr sz="1600" u="none" strike="noStrike" cap="none" dirty="0"/>
                    </a:p>
                  </a:txBody>
                  <a:tcPr marL="91450" marR="91450" marT="45725" marB="45725" anchor="ctr"/>
                </a:tc>
                <a:tc>
                  <a:txBody>
                    <a:bodyPr/>
                    <a:lstStyle/>
                    <a:p>
                      <a:pPr marL="0" marR="0" lvl="0" indent="0" algn="ctr" rtl="0">
                        <a:spcBef>
                          <a:spcPts val="0"/>
                        </a:spcBef>
                        <a:spcAft>
                          <a:spcPts val="0"/>
                        </a:spcAft>
                        <a:buNone/>
                      </a:pPr>
                      <a:r>
                        <a:rPr lang="en-IE" sz="1600" u="none" strike="noStrike" cap="none"/>
                        <a:t>18 / 6 = 3</a:t>
                      </a:r>
                      <a:endParaRPr sz="1600" u="none" strike="noStrike" cap="none"/>
                    </a:p>
                  </a:txBody>
                  <a:tcPr marL="91450" marR="91450" marT="45725" marB="45725" anchor="ctr"/>
                </a:tc>
                <a:tc>
                  <a:txBody>
                    <a:bodyPr/>
                    <a:lstStyle/>
                    <a:p>
                      <a:pPr marL="0" marR="0" lvl="0" indent="0" algn="ctr" rtl="0">
                        <a:spcBef>
                          <a:spcPts val="0"/>
                        </a:spcBef>
                        <a:spcAft>
                          <a:spcPts val="0"/>
                        </a:spcAft>
                        <a:buNone/>
                      </a:pPr>
                      <a:r>
                        <a:rPr lang="en-IE" sz="1600" u="none" strike="noStrike" cap="none"/>
                        <a:t>Eighteen divided by six is three</a:t>
                      </a:r>
                      <a:endParaRPr sz="1600" u="none" strike="noStrike" cap="none"/>
                    </a:p>
                  </a:txBody>
                  <a:tcPr marL="91450" marR="91450" marT="45725" marB="45725" anchor="ctr"/>
                </a:tc>
                <a:extLst>
                  <a:ext uri="{0D108BD9-81ED-4DB2-BD59-A6C34878D82A}">
                    <a16:rowId xmlns:a16="http://schemas.microsoft.com/office/drawing/2014/main" val="10004"/>
                  </a:ext>
                </a:extLst>
              </a:tr>
              <a:tr h="1203075">
                <a:tc>
                  <a:txBody>
                    <a:bodyPr/>
                    <a:lstStyle/>
                    <a:p>
                      <a:pPr marL="0" marR="0" lvl="0" indent="0" algn="ctr" rtl="0">
                        <a:spcBef>
                          <a:spcPts val="0"/>
                        </a:spcBef>
                        <a:spcAft>
                          <a:spcPts val="0"/>
                        </a:spcAft>
                        <a:buNone/>
                      </a:pPr>
                      <a:r>
                        <a:rPr lang="en-IE" sz="1600" u="none" strike="noStrike" cap="none"/>
                        <a:t>%</a:t>
                      </a:r>
                      <a:endParaRPr sz="1600" u="none" strike="noStrike" cap="none"/>
                    </a:p>
                  </a:txBody>
                  <a:tcPr marL="91450" marR="91450" marT="45725" marB="45725" anchor="ctr"/>
                </a:tc>
                <a:tc>
                  <a:txBody>
                    <a:bodyPr/>
                    <a:lstStyle/>
                    <a:p>
                      <a:pPr marL="0" marR="0" lvl="0" indent="0" algn="ctr" rtl="0">
                        <a:spcBef>
                          <a:spcPts val="0"/>
                        </a:spcBef>
                        <a:spcAft>
                          <a:spcPts val="0"/>
                        </a:spcAft>
                        <a:buNone/>
                      </a:pPr>
                      <a:r>
                        <a:rPr lang="en-IE" sz="1600" u="none" strike="noStrike" cap="none"/>
                        <a:t>Modulus</a:t>
                      </a:r>
                      <a:endParaRPr sz="1600" u="none" strike="noStrike" cap="none"/>
                    </a:p>
                  </a:txBody>
                  <a:tcPr marL="91450" marR="91450" marT="45725" marB="45725" anchor="ctr"/>
                </a:tc>
                <a:tc>
                  <a:txBody>
                    <a:bodyPr/>
                    <a:lstStyle/>
                    <a:p>
                      <a:pPr marL="0" marR="0" lvl="0" indent="0" algn="ctr" rtl="0">
                        <a:spcBef>
                          <a:spcPts val="0"/>
                        </a:spcBef>
                        <a:spcAft>
                          <a:spcPts val="0"/>
                        </a:spcAft>
                        <a:buClr>
                          <a:schemeClr val="dk1"/>
                        </a:buClr>
                        <a:buSzPts val="1600"/>
                        <a:buFont typeface="Twentieth Century"/>
                        <a:buNone/>
                      </a:pPr>
                      <a:r>
                        <a:rPr lang="en-IE" sz="1600" u="none" strike="noStrike" cap="none" dirty="0"/>
                        <a:t>Like standard division, but the answer is the remainder.</a:t>
                      </a:r>
                      <a:endParaRPr sz="1600" u="none" strike="noStrike" cap="none" dirty="0"/>
                    </a:p>
                  </a:txBody>
                  <a:tcPr marL="91450" marR="91450" marT="45725" marB="45725" anchor="ctr"/>
                </a:tc>
                <a:tc>
                  <a:txBody>
                    <a:bodyPr/>
                    <a:lstStyle/>
                    <a:p>
                      <a:pPr marL="0" marR="0" lvl="0" indent="0" algn="ctr" rtl="0">
                        <a:spcBef>
                          <a:spcPts val="0"/>
                        </a:spcBef>
                        <a:spcAft>
                          <a:spcPts val="0"/>
                        </a:spcAft>
                        <a:buNone/>
                      </a:pPr>
                      <a:r>
                        <a:rPr lang="en-IE" sz="1600" u="none" strike="noStrike" cap="none"/>
                        <a:t>10 % 3 = 1</a:t>
                      </a:r>
                      <a:endParaRPr/>
                    </a:p>
                  </a:txBody>
                  <a:tcPr marL="91450" marR="91450" marT="45725" marB="45725" anchor="ctr"/>
                </a:tc>
                <a:tc>
                  <a:txBody>
                    <a:bodyPr/>
                    <a:lstStyle/>
                    <a:p>
                      <a:pPr marL="0" marR="0" lvl="0" indent="0" algn="ctr" rtl="0">
                        <a:spcBef>
                          <a:spcPts val="0"/>
                        </a:spcBef>
                        <a:spcAft>
                          <a:spcPts val="0"/>
                        </a:spcAft>
                        <a:buClr>
                          <a:schemeClr val="dk1"/>
                        </a:buClr>
                        <a:buSzPts val="1600"/>
                        <a:buFont typeface="Twentieth Century"/>
                        <a:buNone/>
                      </a:pPr>
                      <a:r>
                        <a:rPr lang="en-IE" sz="1600" u="none" strike="noStrike" cap="none"/>
                        <a:t>Ten divided by three, leaves a remainder of one</a:t>
                      </a:r>
                      <a:endParaRPr/>
                    </a:p>
                  </a:txBody>
                  <a:tcPr marL="91450" marR="91450" marT="45725" marB="45725" anchor="ctr"/>
                </a:tc>
                <a:extLst>
                  <a:ext uri="{0D108BD9-81ED-4DB2-BD59-A6C34878D82A}">
                    <a16:rowId xmlns:a16="http://schemas.microsoft.com/office/drawing/2014/main" val="10005"/>
                  </a:ext>
                </a:extLst>
              </a:tr>
              <a:tr h="1203075">
                <a:tc>
                  <a:txBody>
                    <a:bodyPr/>
                    <a:lstStyle/>
                    <a:p>
                      <a:pPr marL="0" marR="0" lvl="0" indent="0" algn="ctr" rtl="0">
                        <a:spcBef>
                          <a:spcPts val="0"/>
                        </a:spcBef>
                        <a:spcAft>
                          <a:spcPts val="0"/>
                        </a:spcAft>
                        <a:buNone/>
                      </a:pPr>
                      <a:r>
                        <a:rPr lang="en-IE" sz="1600" u="none" strike="noStrike" cap="none"/>
                        <a:t>**</a:t>
                      </a:r>
                      <a:endParaRPr sz="1600" u="none" strike="noStrike" cap="none"/>
                    </a:p>
                  </a:txBody>
                  <a:tcPr marL="91450" marR="91450" marT="45725" marB="45725" anchor="ctr"/>
                </a:tc>
                <a:tc>
                  <a:txBody>
                    <a:bodyPr/>
                    <a:lstStyle/>
                    <a:p>
                      <a:pPr marL="0" marR="0" lvl="0" indent="0" algn="ctr" rtl="0">
                        <a:spcBef>
                          <a:spcPts val="0"/>
                        </a:spcBef>
                        <a:spcAft>
                          <a:spcPts val="0"/>
                        </a:spcAft>
                        <a:buNone/>
                      </a:pPr>
                      <a:r>
                        <a:rPr lang="en-IE" sz="1600" u="none" strike="noStrike" cap="none"/>
                        <a:t>Exponentiation</a:t>
                      </a:r>
                      <a:endParaRPr sz="1600" u="none" strike="noStrike" cap="none"/>
                    </a:p>
                  </a:txBody>
                  <a:tcPr marL="91450" marR="91450" marT="45725" marB="45725" anchor="ctr"/>
                </a:tc>
                <a:tc>
                  <a:txBody>
                    <a:bodyPr/>
                    <a:lstStyle/>
                    <a:p>
                      <a:pPr marL="0" marR="0" lvl="0" indent="0" algn="ctr" rtl="0">
                        <a:spcBef>
                          <a:spcPts val="0"/>
                        </a:spcBef>
                        <a:spcAft>
                          <a:spcPts val="0"/>
                        </a:spcAft>
                        <a:buClr>
                          <a:schemeClr val="dk1"/>
                        </a:buClr>
                        <a:buSzPts val="1600"/>
                        <a:buFont typeface="Twentieth Century"/>
                        <a:buNone/>
                      </a:pPr>
                      <a:r>
                        <a:rPr lang="en-IE" sz="1600" u="none" strike="noStrike" cap="none"/>
                        <a:t>Multiplies the left value to the power of the right value</a:t>
                      </a:r>
                      <a:endParaRPr/>
                    </a:p>
                  </a:txBody>
                  <a:tcPr marL="91450" marR="91450" marT="45725" marB="45725" anchor="ctr"/>
                </a:tc>
                <a:tc>
                  <a:txBody>
                    <a:bodyPr/>
                    <a:lstStyle/>
                    <a:p>
                      <a:pPr marL="0" marR="0" lvl="0" indent="0" algn="ctr" rtl="0">
                        <a:spcBef>
                          <a:spcPts val="0"/>
                        </a:spcBef>
                        <a:spcAft>
                          <a:spcPts val="0"/>
                        </a:spcAft>
                        <a:buNone/>
                      </a:pPr>
                      <a:r>
                        <a:rPr lang="en-IE" sz="1600" u="none" strike="noStrike" cap="none" dirty="0"/>
                        <a:t>2 ** 5 = 32</a:t>
                      </a:r>
                      <a:endParaRPr dirty="0"/>
                    </a:p>
                  </a:txBody>
                  <a:tcPr marL="91450" marR="91450" marT="45725" marB="45725" anchor="ctr"/>
                </a:tc>
                <a:tc>
                  <a:txBody>
                    <a:bodyPr/>
                    <a:lstStyle/>
                    <a:p>
                      <a:pPr marL="0" marR="0" lvl="0" indent="0" algn="ctr" rtl="0">
                        <a:spcBef>
                          <a:spcPts val="0"/>
                        </a:spcBef>
                        <a:spcAft>
                          <a:spcPts val="0"/>
                        </a:spcAft>
                        <a:buNone/>
                      </a:pPr>
                      <a:r>
                        <a:rPr lang="en-IE" sz="1600" u="none" strike="noStrike" cap="none" dirty="0"/>
                        <a:t>Two to the power of five is </a:t>
                      </a:r>
                      <a:r>
                        <a:rPr lang="en-IE" sz="1600" u="none" strike="noStrike" cap="none" dirty="0" err="1"/>
                        <a:t>thirtytwo</a:t>
                      </a:r>
                      <a:endParaRPr sz="1600" u="none" strike="noStrike" cap="none" dirty="0"/>
                    </a:p>
                  </a:txBody>
                  <a:tcPr marL="91450" marR="91450" marT="45725" marB="45725" anchor="ctr"/>
                </a:tc>
                <a:extLst>
                  <a:ext uri="{0D108BD9-81ED-4DB2-BD59-A6C34878D82A}">
                    <a16:rowId xmlns:a16="http://schemas.microsoft.com/office/drawing/2014/main" val="10006"/>
                  </a:ext>
                </a:extLst>
              </a:tr>
              <a:tr h="1203075">
                <a:tc>
                  <a:txBody>
                    <a:bodyPr/>
                    <a:lstStyle/>
                    <a:p>
                      <a:pPr marL="0" marR="0" lvl="0" indent="0" algn="ctr" rtl="0">
                        <a:spcBef>
                          <a:spcPts val="0"/>
                        </a:spcBef>
                        <a:spcAft>
                          <a:spcPts val="0"/>
                        </a:spcAft>
                        <a:buNone/>
                      </a:pPr>
                      <a:r>
                        <a:rPr lang="en-IE" sz="1600" u="none" strike="noStrike" cap="none"/>
                        <a:t>//</a:t>
                      </a:r>
                      <a:endParaRPr sz="1600" u="none" strike="noStrike" cap="none"/>
                    </a:p>
                  </a:txBody>
                  <a:tcPr marL="91450" marR="91450" marT="45725" marB="45725" anchor="ctr"/>
                </a:tc>
                <a:tc>
                  <a:txBody>
                    <a:bodyPr/>
                    <a:lstStyle/>
                    <a:p>
                      <a:pPr marL="0" marR="0" lvl="0" indent="0" algn="ctr" rtl="0">
                        <a:spcBef>
                          <a:spcPts val="0"/>
                        </a:spcBef>
                        <a:spcAft>
                          <a:spcPts val="0"/>
                        </a:spcAft>
                        <a:buNone/>
                      </a:pPr>
                      <a:r>
                        <a:rPr lang="en-IE" sz="1600" u="none" strike="noStrike" cap="none"/>
                        <a:t>Floor division</a:t>
                      </a:r>
                      <a:endParaRPr sz="1600" u="none" strike="noStrike" cap="none"/>
                    </a:p>
                  </a:txBody>
                  <a:tcPr marL="91450" marR="91450" marT="45725" marB="45725" anchor="ctr"/>
                </a:tc>
                <a:tc>
                  <a:txBody>
                    <a:bodyPr/>
                    <a:lstStyle/>
                    <a:p>
                      <a:pPr marL="0" marR="0" lvl="0" indent="0" algn="ctr" rtl="0">
                        <a:spcBef>
                          <a:spcPts val="0"/>
                        </a:spcBef>
                        <a:spcAft>
                          <a:spcPts val="0"/>
                        </a:spcAft>
                        <a:buClr>
                          <a:schemeClr val="dk1"/>
                        </a:buClr>
                        <a:buSzPts val="1600"/>
                        <a:buFont typeface="Twentieth Century"/>
                        <a:buNone/>
                      </a:pPr>
                      <a:r>
                        <a:rPr lang="en-IE" sz="1600" u="none" strike="noStrike" cap="none"/>
                        <a:t>Like standard division, but the answer discards the remainder.</a:t>
                      </a:r>
                      <a:endParaRPr sz="1600" u="none" strike="noStrike" cap="none"/>
                    </a:p>
                  </a:txBody>
                  <a:tcPr marL="91450" marR="91450" marT="45725" marB="45725" anchor="ctr"/>
                </a:tc>
                <a:tc>
                  <a:txBody>
                    <a:bodyPr/>
                    <a:lstStyle/>
                    <a:p>
                      <a:pPr marL="0" marR="0" lvl="0" indent="0" algn="ctr" rtl="0">
                        <a:spcBef>
                          <a:spcPts val="0"/>
                        </a:spcBef>
                        <a:spcAft>
                          <a:spcPts val="0"/>
                        </a:spcAft>
                        <a:buNone/>
                      </a:pPr>
                      <a:r>
                        <a:rPr lang="en-IE" sz="1600" u="none" strike="noStrike" cap="none"/>
                        <a:t>10 // 3 = 3</a:t>
                      </a:r>
                      <a:endParaRPr/>
                    </a:p>
                  </a:txBody>
                  <a:tcPr marL="91450" marR="91450" marT="45725" marB="45725" anchor="ctr"/>
                </a:tc>
                <a:tc>
                  <a:txBody>
                    <a:bodyPr/>
                    <a:lstStyle/>
                    <a:p>
                      <a:pPr marL="0" marR="0" lvl="0" indent="0" algn="ctr" rtl="0">
                        <a:spcBef>
                          <a:spcPts val="0"/>
                        </a:spcBef>
                        <a:spcAft>
                          <a:spcPts val="0"/>
                        </a:spcAft>
                        <a:buClr>
                          <a:schemeClr val="dk1"/>
                        </a:buClr>
                        <a:buSzPts val="1600"/>
                        <a:buFont typeface="Twentieth Century"/>
                        <a:buNone/>
                      </a:pPr>
                      <a:r>
                        <a:rPr lang="en-IE" sz="1600" u="none" strike="noStrike" cap="none" dirty="0"/>
                        <a:t>Ten floor divided by three is three and we discard the remainder of one.</a:t>
                      </a:r>
                      <a:endParaRPr sz="1600" u="none" strike="noStrike" cap="none" dirty="0"/>
                    </a:p>
                  </a:txBody>
                  <a:tcPr marL="91450" marR="91450" marT="45725" marB="45725" anchor="ct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6560538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Google Shape;427;p27">
            <a:extLst>
              <a:ext uri="{FF2B5EF4-FFF2-40B4-BE49-F238E27FC236}">
                <a16:creationId xmlns:a16="http://schemas.microsoft.com/office/drawing/2014/main" id="{53102EB4-ED0D-E32F-203D-6EF99BFE6FB7}"/>
              </a:ext>
            </a:extLst>
          </p:cNvPr>
          <p:cNvGraphicFramePr/>
          <p:nvPr>
            <p:extLst>
              <p:ext uri="{D42A27DB-BD31-4B8C-83A1-F6EECF244321}">
                <p14:modId xmlns:p14="http://schemas.microsoft.com/office/powerpoint/2010/main" val="2636964415"/>
              </p:ext>
            </p:extLst>
          </p:nvPr>
        </p:nvGraphicFramePr>
        <p:xfrm>
          <a:off x="-8659" y="770659"/>
          <a:ext cx="12238750" cy="6096000"/>
        </p:xfrm>
        <a:graphic>
          <a:graphicData uri="http://schemas.openxmlformats.org/drawingml/2006/table">
            <a:tbl>
              <a:tblPr firstRow="1" bandRow="1">
                <a:tableStyleId>{35758FB7-9AC5-4552-8A53-C91805E547FA}</a:tableStyleId>
              </a:tblPr>
              <a:tblGrid>
                <a:gridCol w="2447750">
                  <a:extLst>
                    <a:ext uri="{9D8B030D-6E8A-4147-A177-3AD203B41FA5}">
                      <a16:colId xmlns:a16="http://schemas.microsoft.com/office/drawing/2014/main" val="20000"/>
                    </a:ext>
                  </a:extLst>
                </a:gridCol>
                <a:gridCol w="2447750">
                  <a:extLst>
                    <a:ext uri="{9D8B030D-6E8A-4147-A177-3AD203B41FA5}">
                      <a16:colId xmlns:a16="http://schemas.microsoft.com/office/drawing/2014/main" val="20001"/>
                    </a:ext>
                  </a:extLst>
                </a:gridCol>
                <a:gridCol w="2447750">
                  <a:extLst>
                    <a:ext uri="{9D8B030D-6E8A-4147-A177-3AD203B41FA5}">
                      <a16:colId xmlns:a16="http://schemas.microsoft.com/office/drawing/2014/main" val="20002"/>
                    </a:ext>
                  </a:extLst>
                </a:gridCol>
                <a:gridCol w="2447750">
                  <a:extLst>
                    <a:ext uri="{9D8B030D-6E8A-4147-A177-3AD203B41FA5}">
                      <a16:colId xmlns:a16="http://schemas.microsoft.com/office/drawing/2014/main" val="20003"/>
                    </a:ext>
                  </a:extLst>
                </a:gridCol>
                <a:gridCol w="2447750">
                  <a:extLst>
                    <a:ext uri="{9D8B030D-6E8A-4147-A177-3AD203B41FA5}">
                      <a16:colId xmlns:a16="http://schemas.microsoft.com/office/drawing/2014/main" val="20004"/>
                    </a:ext>
                  </a:extLst>
                </a:gridCol>
              </a:tblGrid>
              <a:tr h="343075">
                <a:tc>
                  <a:txBody>
                    <a:bodyPr/>
                    <a:lstStyle/>
                    <a:p>
                      <a:pPr marL="0" marR="0" lvl="0" indent="0" algn="ctr" rtl="0">
                        <a:spcBef>
                          <a:spcPts val="0"/>
                        </a:spcBef>
                        <a:spcAft>
                          <a:spcPts val="0"/>
                        </a:spcAft>
                        <a:buNone/>
                      </a:pPr>
                      <a:r>
                        <a:rPr lang="en-IE" sz="1600" u="none" strike="noStrike" cap="none" dirty="0"/>
                        <a:t>Operator</a:t>
                      </a:r>
                      <a:endParaRPr sz="1600" u="none" strike="noStrike" cap="none" dirty="0"/>
                    </a:p>
                  </a:txBody>
                  <a:tcPr marL="91450" marR="91450" marT="45725" marB="45725" anchor="ctr"/>
                </a:tc>
                <a:tc>
                  <a:txBody>
                    <a:bodyPr/>
                    <a:lstStyle/>
                    <a:p>
                      <a:pPr marL="0" marR="0" lvl="0" indent="0" algn="ctr" rtl="0">
                        <a:spcBef>
                          <a:spcPts val="0"/>
                        </a:spcBef>
                        <a:spcAft>
                          <a:spcPts val="0"/>
                        </a:spcAft>
                        <a:buClr>
                          <a:schemeClr val="dk1"/>
                        </a:buClr>
                        <a:buSzPts val="1600"/>
                        <a:buFont typeface="Twentieth Century"/>
                        <a:buNone/>
                      </a:pPr>
                      <a:r>
                        <a:rPr lang="en-IE" sz="1600" u="none" strike="noStrike" cap="none" dirty="0"/>
                        <a:t>Description</a:t>
                      </a:r>
                      <a:endParaRPr sz="1600" u="none" strike="noStrike" cap="none" dirty="0"/>
                    </a:p>
                  </a:txBody>
                  <a:tcPr marL="91450" marR="91450" marT="45725" marB="45725" anchor="ctr"/>
                </a:tc>
                <a:tc>
                  <a:txBody>
                    <a:bodyPr/>
                    <a:lstStyle/>
                    <a:p>
                      <a:pPr marL="0" marR="0" lvl="0" indent="0" algn="ctr" rtl="0">
                        <a:spcBef>
                          <a:spcPts val="0"/>
                        </a:spcBef>
                        <a:spcAft>
                          <a:spcPts val="0"/>
                        </a:spcAft>
                        <a:buNone/>
                      </a:pPr>
                      <a:r>
                        <a:rPr lang="en-IE" sz="1600" u="none" strike="noStrike" cap="none"/>
                        <a:t>E.g. </a:t>
                      </a:r>
                      <a:r>
                        <a:rPr lang="en-IE" sz="1600" b="1" u="none" strike="noStrike" cap="none">
                          <a:sym typeface="Calibri"/>
                        </a:rPr>
                        <a:t>(number starts as 5)</a:t>
                      </a:r>
                      <a:endParaRPr sz="1600" u="none" strike="noStrike" cap="none"/>
                    </a:p>
                  </a:txBody>
                  <a:tcPr marL="91450" marR="91450" marT="45725" marB="45725" anchor="ctr"/>
                </a:tc>
                <a:tc>
                  <a:txBody>
                    <a:bodyPr/>
                    <a:lstStyle/>
                    <a:p>
                      <a:pPr marL="0" marR="0" lvl="0" indent="0" algn="ctr" rtl="0">
                        <a:spcBef>
                          <a:spcPts val="0"/>
                        </a:spcBef>
                        <a:spcAft>
                          <a:spcPts val="0"/>
                        </a:spcAft>
                        <a:buNone/>
                      </a:pPr>
                      <a:r>
                        <a:rPr lang="en-IE" sz="1600" u="none" strike="noStrike" cap="none"/>
                        <a:t>Is the same as</a:t>
                      </a:r>
                      <a:endParaRPr sz="1600" u="none" strike="noStrike" cap="none"/>
                    </a:p>
                  </a:txBody>
                  <a:tcPr marL="91450" marR="91450" marT="45725" marB="45725" anchor="ctr"/>
                </a:tc>
                <a:tc>
                  <a:txBody>
                    <a:bodyPr/>
                    <a:lstStyle/>
                    <a:p>
                      <a:pPr marL="0" marR="0" lvl="0" indent="0" algn="ctr" rtl="0">
                        <a:spcBef>
                          <a:spcPts val="0"/>
                        </a:spcBef>
                        <a:spcAft>
                          <a:spcPts val="0"/>
                        </a:spcAft>
                        <a:buClr>
                          <a:schemeClr val="dk1"/>
                        </a:buClr>
                        <a:buSzPts val="1600"/>
                        <a:buFont typeface="Twentieth Century"/>
                        <a:buNone/>
                      </a:pPr>
                      <a:r>
                        <a:rPr lang="en-IE" sz="1600" u="none" strike="noStrike" cap="none"/>
                        <a:t>Answers</a:t>
                      </a:r>
                      <a:endParaRPr/>
                    </a:p>
                  </a:txBody>
                  <a:tcPr marL="91450" marR="91450" marT="45725" marB="45725" anchor="ctr"/>
                </a:tc>
                <a:extLst>
                  <a:ext uri="{0D108BD9-81ED-4DB2-BD59-A6C34878D82A}">
                    <a16:rowId xmlns:a16="http://schemas.microsoft.com/office/drawing/2014/main" val="10000"/>
                  </a:ext>
                </a:extLst>
              </a:tr>
              <a:tr h="536600">
                <a:tc>
                  <a:txBody>
                    <a:bodyPr/>
                    <a:lstStyle/>
                    <a:p>
                      <a:pPr marL="0" marR="0" lvl="0" indent="0" algn="ctr" rtl="0">
                        <a:spcBef>
                          <a:spcPts val="0"/>
                        </a:spcBef>
                        <a:spcAft>
                          <a:spcPts val="0"/>
                        </a:spcAft>
                        <a:buClr>
                          <a:schemeClr val="dk1"/>
                        </a:buClr>
                        <a:buSzPts val="1400"/>
                        <a:buFont typeface="Twentieth Century"/>
                        <a:buNone/>
                      </a:pPr>
                      <a:r>
                        <a:rPr lang="en-IE" sz="1400" u="none" strike="noStrike" cap="none"/>
                        <a:t>=</a:t>
                      </a:r>
                      <a:endParaRPr sz="1400" u="none" strike="noStrike" cap="none"/>
                    </a:p>
                  </a:txBody>
                  <a:tcPr marL="91450" marR="91450" marT="45725" marB="45725" anchor="ctr"/>
                </a:tc>
                <a:tc>
                  <a:txBody>
                    <a:bodyPr/>
                    <a:lstStyle/>
                    <a:p>
                      <a:pPr marL="0" marR="0" lvl="0" indent="0" algn="ctr" rtl="0">
                        <a:spcBef>
                          <a:spcPts val="0"/>
                        </a:spcBef>
                        <a:spcAft>
                          <a:spcPts val="0"/>
                        </a:spcAft>
                        <a:buClr>
                          <a:schemeClr val="dk1"/>
                        </a:buClr>
                        <a:buSzPts val="1400"/>
                        <a:buFont typeface="Twentieth Century"/>
                        <a:buNone/>
                      </a:pPr>
                      <a:r>
                        <a:rPr lang="en-IE" sz="1400" u="none" strike="noStrike" cap="none" dirty="0"/>
                        <a:t>Assigns a value to a variable</a:t>
                      </a:r>
                      <a:endParaRPr sz="1400" u="none" strike="noStrike" cap="none" dirty="0"/>
                    </a:p>
                  </a:txBody>
                  <a:tcPr marL="91450" marR="91450" marT="45725" marB="45725" anchor="ctr"/>
                </a:tc>
                <a:tc>
                  <a:txBody>
                    <a:bodyPr/>
                    <a:lstStyle/>
                    <a:p>
                      <a:pPr marL="0" marR="0" lvl="0" indent="0" algn="ctr" rtl="0">
                        <a:spcBef>
                          <a:spcPts val="0"/>
                        </a:spcBef>
                        <a:spcAft>
                          <a:spcPts val="0"/>
                        </a:spcAft>
                        <a:buClr>
                          <a:schemeClr val="dk1"/>
                        </a:buClr>
                        <a:buSzPts val="1400"/>
                        <a:buFont typeface="Twentieth Century"/>
                        <a:buNone/>
                      </a:pPr>
                      <a:r>
                        <a:rPr lang="en-IE" sz="1400" u="none" strike="noStrike" cap="none"/>
                        <a:t>number = 5</a:t>
                      </a:r>
                      <a:endParaRPr sz="1400" u="none" strike="noStrike" cap="none"/>
                    </a:p>
                  </a:txBody>
                  <a:tcPr marL="91450" marR="91450" marT="45725" marB="45725" anchor="ctr"/>
                </a:tc>
                <a:tc>
                  <a:txBody>
                    <a:bodyPr/>
                    <a:lstStyle/>
                    <a:p>
                      <a:pPr marL="0" marR="0" lvl="0" indent="0" algn="ctr" rtl="0">
                        <a:spcBef>
                          <a:spcPts val="0"/>
                        </a:spcBef>
                        <a:spcAft>
                          <a:spcPts val="0"/>
                        </a:spcAft>
                        <a:buClr>
                          <a:schemeClr val="dk1"/>
                        </a:buClr>
                        <a:buSzPts val="1400"/>
                        <a:buFont typeface="Twentieth Century"/>
                        <a:buNone/>
                      </a:pPr>
                      <a:r>
                        <a:rPr lang="en-IE" sz="1400" u="none" strike="noStrike" cap="none"/>
                        <a:t>The variable number contains a value of 5</a:t>
                      </a:r>
                      <a:endParaRPr/>
                    </a:p>
                  </a:txBody>
                  <a:tcPr marL="91450" marR="91450" marT="45725" marB="45725" anchor="ctr"/>
                </a:tc>
                <a:tc>
                  <a:txBody>
                    <a:bodyPr/>
                    <a:lstStyle/>
                    <a:p>
                      <a:pPr marL="0" marR="0" lvl="0" indent="0" algn="ctr" rtl="0">
                        <a:spcBef>
                          <a:spcPts val="0"/>
                        </a:spcBef>
                        <a:spcAft>
                          <a:spcPts val="0"/>
                        </a:spcAft>
                        <a:buClr>
                          <a:schemeClr val="dk1"/>
                        </a:buClr>
                        <a:buSzPts val="1600"/>
                        <a:buFont typeface="Twentieth Century"/>
                        <a:buNone/>
                      </a:pPr>
                      <a:r>
                        <a:rPr lang="en-IE" sz="1600" u="none" strike="noStrike" cap="none"/>
                        <a:t>number equals: 5</a:t>
                      </a:r>
                      <a:endParaRPr sz="1600" u="none" strike="noStrike" cap="none"/>
                    </a:p>
                  </a:txBody>
                  <a:tcPr marL="91450" marR="91450" marT="45725" marB="45725" anchor="ctr"/>
                </a:tc>
                <a:extLst>
                  <a:ext uri="{0D108BD9-81ED-4DB2-BD59-A6C34878D82A}">
                    <a16:rowId xmlns:a16="http://schemas.microsoft.com/office/drawing/2014/main" val="10001"/>
                  </a:ext>
                </a:extLst>
              </a:tr>
              <a:tr h="756500">
                <a:tc>
                  <a:txBody>
                    <a:bodyPr/>
                    <a:lstStyle/>
                    <a:p>
                      <a:pPr marL="0" marR="0" lvl="0" indent="0" algn="ctr" rtl="0">
                        <a:spcBef>
                          <a:spcPts val="0"/>
                        </a:spcBef>
                        <a:spcAft>
                          <a:spcPts val="0"/>
                        </a:spcAft>
                        <a:buNone/>
                      </a:pPr>
                      <a:r>
                        <a:rPr lang="en-IE" sz="1400" u="none" strike="noStrike" cap="none"/>
                        <a:t>+=</a:t>
                      </a:r>
                      <a:endParaRPr sz="1400" u="none" strike="noStrike" cap="none"/>
                    </a:p>
                  </a:txBody>
                  <a:tcPr marL="91450" marR="91450" marT="45725" marB="45725" anchor="ctr"/>
                </a:tc>
                <a:tc>
                  <a:txBody>
                    <a:bodyPr/>
                    <a:lstStyle/>
                    <a:p>
                      <a:pPr marL="0" marR="0" lvl="0" indent="0" algn="ctr" rtl="0">
                        <a:spcBef>
                          <a:spcPts val="0"/>
                        </a:spcBef>
                        <a:spcAft>
                          <a:spcPts val="0"/>
                        </a:spcAft>
                        <a:buClr>
                          <a:schemeClr val="dk1"/>
                        </a:buClr>
                        <a:buSzPts val="1400"/>
                        <a:buFont typeface="Twentieth Century"/>
                        <a:buNone/>
                      </a:pPr>
                      <a:r>
                        <a:rPr lang="en-IE" sz="1400" u="none" strike="noStrike" cap="none" dirty="0"/>
                        <a:t>Increment a variable by the amount specified after the = symbol</a:t>
                      </a:r>
                      <a:endParaRPr dirty="0"/>
                    </a:p>
                  </a:txBody>
                  <a:tcPr marL="91450" marR="91450" marT="45725" marB="45725" anchor="ctr"/>
                </a:tc>
                <a:tc>
                  <a:txBody>
                    <a:bodyPr/>
                    <a:lstStyle/>
                    <a:p>
                      <a:pPr marL="0" marR="0" lvl="0" indent="0" algn="ctr" rtl="0">
                        <a:spcBef>
                          <a:spcPts val="0"/>
                        </a:spcBef>
                        <a:spcAft>
                          <a:spcPts val="0"/>
                        </a:spcAft>
                        <a:buNone/>
                      </a:pPr>
                      <a:r>
                        <a:rPr lang="en-IE" sz="1400" u="none" strike="noStrike" cap="none" dirty="0"/>
                        <a:t>number += 7</a:t>
                      </a:r>
                      <a:endParaRPr sz="1400" u="none" strike="noStrike" cap="none" dirty="0"/>
                    </a:p>
                  </a:txBody>
                  <a:tcPr marL="91450" marR="91450" marT="45725" marB="45725" anchor="ctr"/>
                </a:tc>
                <a:tc>
                  <a:txBody>
                    <a:bodyPr/>
                    <a:lstStyle/>
                    <a:p>
                      <a:pPr marL="0" marR="0" lvl="0" indent="0" algn="ctr" rtl="0">
                        <a:spcBef>
                          <a:spcPts val="0"/>
                        </a:spcBef>
                        <a:spcAft>
                          <a:spcPts val="0"/>
                        </a:spcAft>
                        <a:buNone/>
                      </a:pPr>
                      <a:r>
                        <a:rPr lang="en-IE" sz="1400" u="none" strike="noStrike" cap="none"/>
                        <a:t>number = number + 7</a:t>
                      </a:r>
                      <a:endParaRPr sz="1400" u="none" strike="noStrike" cap="none"/>
                    </a:p>
                  </a:txBody>
                  <a:tcPr marL="91450" marR="91450" marT="45725" marB="45725" anchor="ctr"/>
                </a:tc>
                <a:tc>
                  <a:txBody>
                    <a:bodyPr/>
                    <a:lstStyle/>
                    <a:p>
                      <a:pPr marL="0" marR="0" lvl="0" indent="0" algn="ctr" rtl="0">
                        <a:spcBef>
                          <a:spcPts val="0"/>
                        </a:spcBef>
                        <a:spcAft>
                          <a:spcPts val="0"/>
                        </a:spcAft>
                        <a:buClr>
                          <a:schemeClr val="dk1"/>
                        </a:buClr>
                        <a:buSzPts val="1600"/>
                        <a:buFont typeface="Twentieth Century"/>
                        <a:buNone/>
                      </a:pPr>
                      <a:r>
                        <a:rPr lang="en-IE" sz="1600" u="none" strike="noStrike" cap="none"/>
                        <a:t>number now equals: 12 </a:t>
                      </a:r>
                      <a:endParaRPr sz="1600" u="none" strike="noStrike" cap="none"/>
                    </a:p>
                    <a:p>
                      <a:pPr marL="0" marR="0" lvl="0" indent="0" algn="ctr" rtl="0">
                        <a:spcBef>
                          <a:spcPts val="0"/>
                        </a:spcBef>
                        <a:spcAft>
                          <a:spcPts val="0"/>
                        </a:spcAft>
                        <a:buClr>
                          <a:schemeClr val="dk1"/>
                        </a:buClr>
                        <a:buSzPts val="1600"/>
                        <a:buFont typeface="Twentieth Century"/>
                        <a:buNone/>
                      </a:pPr>
                      <a:r>
                        <a:rPr lang="en-IE" sz="1600" u="none" strike="noStrike" cap="none"/>
                        <a:t>(number = 5 + 7)</a:t>
                      </a:r>
                      <a:endParaRPr/>
                    </a:p>
                  </a:txBody>
                  <a:tcPr marL="91450" marR="91450" marT="45725" marB="45725" anchor="ctr"/>
                </a:tc>
                <a:extLst>
                  <a:ext uri="{0D108BD9-81ED-4DB2-BD59-A6C34878D82A}">
                    <a16:rowId xmlns:a16="http://schemas.microsoft.com/office/drawing/2014/main" val="10002"/>
                  </a:ext>
                </a:extLst>
              </a:tr>
              <a:tr h="756500">
                <a:tc>
                  <a:txBody>
                    <a:bodyPr/>
                    <a:lstStyle/>
                    <a:p>
                      <a:pPr marL="0" marR="0" lvl="0" indent="0" algn="ctr" rtl="0">
                        <a:spcBef>
                          <a:spcPts val="0"/>
                        </a:spcBef>
                        <a:spcAft>
                          <a:spcPts val="0"/>
                        </a:spcAft>
                        <a:buNone/>
                      </a:pPr>
                      <a:r>
                        <a:rPr lang="en-IE" sz="1400" u="none" strike="noStrike" cap="none"/>
                        <a:t>-=</a:t>
                      </a:r>
                      <a:endParaRPr sz="1400" u="none" strike="noStrike" cap="none"/>
                    </a:p>
                  </a:txBody>
                  <a:tcPr marL="91450" marR="91450" marT="45725" marB="45725" anchor="ctr"/>
                </a:tc>
                <a:tc>
                  <a:txBody>
                    <a:bodyPr/>
                    <a:lstStyle/>
                    <a:p>
                      <a:pPr marL="0" marR="0" lvl="0" indent="0" algn="ctr" rtl="0">
                        <a:spcBef>
                          <a:spcPts val="0"/>
                        </a:spcBef>
                        <a:spcAft>
                          <a:spcPts val="0"/>
                        </a:spcAft>
                        <a:buClr>
                          <a:schemeClr val="dk1"/>
                        </a:buClr>
                        <a:buSzPts val="1400"/>
                        <a:buFont typeface="Twentieth Century"/>
                        <a:buNone/>
                      </a:pPr>
                      <a:r>
                        <a:rPr lang="en-IE" sz="1400" u="none" strike="noStrike" cap="none"/>
                        <a:t>Deincrement a variable by the amount specified after the = symbol</a:t>
                      </a:r>
                      <a:endParaRPr sz="1400" u="none" strike="noStrike" cap="none"/>
                    </a:p>
                  </a:txBody>
                  <a:tcPr marL="91450" marR="91450" marT="45725" marB="45725" anchor="ctr"/>
                </a:tc>
                <a:tc>
                  <a:txBody>
                    <a:bodyPr/>
                    <a:lstStyle/>
                    <a:p>
                      <a:pPr marL="0" marR="0" lvl="0" indent="0" algn="ctr" rtl="0">
                        <a:spcBef>
                          <a:spcPts val="0"/>
                        </a:spcBef>
                        <a:spcAft>
                          <a:spcPts val="0"/>
                        </a:spcAft>
                        <a:buNone/>
                      </a:pPr>
                      <a:r>
                        <a:rPr lang="en-IE" sz="1400" u="none" strike="noStrike" cap="none" dirty="0"/>
                        <a:t>number -= 3</a:t>
                      </a:r>
                      <a:endParaRPr sz="1400" u="none" strike="noStrike" cap="none" dirty="0"/>
                    </a:p>
                  </a:txBody>
                  <a:tcPr marL="91450" marR="91450" marT="45725" marB="45725" anchor="ctr"/>
                </a:tc>
                <a:tc>
                  <a:txBody>
                    <a:bodyPr/>
                    <a:lstStyle/>
                    <a:p>
                      <a:pPr marL="0" marR="0" lvl="0" indent="0" algn="ctr" rtl="0">
                        <a:spcBef>
                          <a:spcPts val="0"/>
                        </a:spcBef>
                        <a:spcAft>
                          <a:spcPts val="0"/>
                        </a:spcAft>
                        <a:buNone/>
                      </a:pPr>
                      <a:r>
                        <a:rPr lang="en-IE" sz="1400" u="none" strike="noStrike" cap="none"/>
                        <a:t>number = number - 3</a:t>
                      </a:r>
                      <a:endParaRPr sz="1400" u="none" strike="noStrike" cap="none"/>
                    </a:p>
                  </a:txBody>
                  <a:tcPr marL="91450" marR="91450" marT="45725" marB="45725" anchor="ctr"/>
                </a:tc>
                <a:tc>
                  <a:txBody>
                    <a:bodyPr/>
                    <a:lstStyle/>
                    <a:p>
                      <a:pPr marL="0" marR="0" lvl="0" indent="0" algn="ctr" rtl="0">
                        <a:spcBef>
                          <a:spcPts val="0"/>
                        </a:spcBef>
                        <a:spcAft>
                          <a:spcPts val="0"/>
                        </a:spcAft>
                        <a:buClr>
                          <a:schemeClr val="dk1"/>
                        </a:buClr>
                        <a:buSzPts val="1600"/>
                        <a:buFont typeface="Twentieth Century"/>
                        <a:buNone/>
                      </a:pPr>
                      <a:r>
                        <a:rPr lang="en-IE" sz="1600" u="none" strike="noStrike" cap="none"/>
                        <a:t>number now equals: 2 </a:t>
                      </a:r>
                      <a:endParaRPr sz="1600" u="none" strike="noStrike" cap="none"/>
                    </a:p>
                    <a:p>
                      <a:pPr marL="0" marR="0" lvl="0" indent="0" algn="ctr" rtl="0">
                        <a:spcBef>
                          <a:spcPts val="0"/>
                        </a:spcBef>
                        <a:spcAft>
                          <a:spcPts val="0"/>
                        </a:spcAft>
                        <a:buClr>
                          <a:schemeClr val="dk1"/>
                        </a:buClr>
                        <a:buSzPts val="1600"/>
                        <a:buFont typeface="Twentieth Century"/>
                        <a:buNone/>
                      </a:pPr>
                      <a:r>
                        <a:rPr lang="en-IE" sz="1600" u="none" strike="noStrike" cap="none"/>
                        <a:t>(number = 5 - 3)</a:t>
                      </a:r>
                      <a:endParaRPr/>
                    </a:p>
                  </a:txBody>
                  <a:tcPr marL="91450" marR="91450" marT="45725" marB="45725" anchor="ctr"/>
                </a:tc>
                <a:extLst>
                  <a:ext uri="{0D108BD9-81ED-4DB2-BD59-A6C34878D82A}">
                    <a16:rowId xmlns:a16="http://schemas.microsoft.com/office/drawing/2014/main" val="10003"/>
                  </a:ext>
                </a:extLst>
              </a:tr>
              <a:tr h="756500">
                <a:tc>
                  <a:txBody>
                    <a:bodyPr/>
                    <a:lstStyle/>
                    <a:p>
                      <a:pPr marL="0" marR="0" lvl="0" indent="0" algn="ctr" rtl="0">
                        <a:spcBef>
                          <a:spcPts val="0"/>
                        </a:spcBef>
                        <a:spcAft>
                          <a:spcPts val="0"/>
                        </a:spcAft>
                        <a:buNone/>
                      </a:pPr>
                      <a:r>
                        <a:rPr lang="en-IE" sz="1400" u="none" strike="noStrike" cap="none"/>
                        <a:t>*=</a:t>
                      </a:r>
                      <a:endParaRPr sz="1400" u="none" strike="noStrike" cap="none"/>
                    </a:p>
                  </a:txBody>
                  <a:tcPr marL="91450" marR="91450" marT="45725" marB="45725" anchor="ctr"/>
                </a:tc>
                <a:tc>
                  <a:txBody>
                    <a:bodyPr/>
                    <a:lstStyle/>
                    <a:p>
                      <a:pPr marL="0" marR="0" lvl="0" indent="0" algn="ctr" rtl="0">
                        <a:spcBef>
                          <a:spcPts val="0"/>
                        </a:spcBef>
                        <a:spcAft>
                          <a:spcPts val="0"/>
                        </a:spcAft>
                        <a:buClr>
                          <a:schemeClr val="dk1"/>
                        </a:buClr>
                        <a:buSzPts val="1400"/>
                        <a:buFont typeface="Twentieth Century"/>
                        <a:buNone/>
                      </a:pPr>
                      <a:r>
                        <a:rPr lang="en-IE" sz="1400" u="none" strike="noStrike" cap="none"/>
                        <a:t>Multiply a variable by the amount specified after the = symbol</a:t>
                      </a:r>
                      <a:endParaRPr sz="1400" u="none" strike="noStrike" cap="none"/>
                    </a:p>
                  </a:txBody>
                  <a:tcPr marL="91450" marR="91450" marT="45725" marB="45725" anchor="ctr"/>
                </a:tc>
                <a:tc>
                  <a:txBody>
                    <a:bodyPr/>
                    <a:lstStyle/>
                    <a:p>
                      <a:pPr marL="0" marR="0" lvl="0" indent="0" algn="ctr" rtl="0">
                        <a:spcBef>
                          <a:spcPts val="0"/>
                        </a:spcBef>
                        <a:spcAft>
                          <a:spcPts val="0"/>
                        </a:spcAft>
                        <a:buNone/>
                      </a:pPr>
                      <a:r>
                        <a:rPr lang="en-IE" sz="1400" u="none" strike="noStrike" cap="none"/>
                        <a:t>number *= 4</a:t>
                      </a:r>
                      <a:endParaRPr sz="1400" u="none" strike="noStrike" cap="none"/>
                    </a:p>
                  </a:txBody>
                  <a:tcPr marL="91450" marR="91450" marT="45725" marB="45725" anchor="ctr"/>
                </a:tc>
                <a:tc>
                  <a:txBody>
                    <a:bodyPr/>
                    <a:lstStyle/>
                    <a:p>
                      <a:pPr marL="0" marR="0" lvl="0" indent="0" algn="ctr" rtl="0">
                        <a:spcBef>
                          <a:spcPts val="0"/>
                        </a:spcBef>
                        <a:spcAft>
                          <a:spcPts val="0"/>
                        </a:spcAft>
                        <a:buNone/>
                      </a:pPr>
                      <a:r>
                        <a:rPr lang="en-IE" sz="1400" u="none" strike="noStrike" cap="none" dirty="0"/>
                        <a:t>number = number * 4</a:t>
                      </a:r>
                      <a:endParaRPr sz="1400" u="none" strike="noStrike" cap="none" dirty="0"/>
                    </a:p>
                  </a:txBody>
                  <a:tcPr marL="91450" marR="91450" marT="45725" marB="45725" anchor="ctr"/>
                </a:tc>
                <a:tc>
                  <a:txBody>
                    <a:bodyPr/>
                    <a:lstStyle/>
                    <a:p>
                      <a:pPr marL="0" marR="0" lvl="0" indent="0" algn="ctr" rtl="0">
                        <a:spcBef>
                          <a:spcPts val="0"/>
                        </a:spcBef>
                        <a:spcAft>
                          <a:spcPts val="0"/>
                        </a:spcAft>
                        <a:buClr>
                          <a:schemeClr val="dk1"/>
                        </a:buClr>
                        <a:buSzPts val="1600"/>
                        <a:buFont typeface="Twentieth Century"/>
                        <a:buNone/>
                      </a:pPr>
                      <a:r>
                        <a:rPr lang="en-IE" sz="1600" u="none" strike="noStrike" cap="none"/>
                        <a:t>number now equals: 20</a:t>
                      </a:r>
                      <a:endParaRPr/>
                    </a:p>
                    <a:p>
                      <a:pPr marL="0" marR="0" lvl="0" indent="0" algn="ctr" rtl="0">
                        <a:spcBef>
                          <a:spcPts val="0"/>
                        </a:spcBef>
                        <a:spcAft>
                          <a:spcPts val="0"/>
                        </a:spcAft>
                        <a:buClr>
                          <a:schemeClr val="dk1"/>
                        </a:buClr>
                        <a:buSzPts val="1600"/>
                        <a:buFont typeface="Twentieth Century"/>
                        <a:buNone/>
                      </a:pPr>
                      <a:r>
                        <a:rPr lang="en-IE" sz="1600" u="none" strike="noStrike" cap="none"/>
                        <a:t>(number = 5 * 4)</a:t>
                      </a:r>
                      <a:endParaRPr sz="1600" u="none" strike="noStrike" cap="none"/>
                    </a:p>
                  </a:txBody>
                  <a:tcPr marL="91450" marR="91450" marT="45725" marB="45725" anchor="ctr"/>
                </a:tc>
                <a:extLst>
                  <a:ext uri="{0D108BD9-81ED-4DB2-BD59-A6C34878D82A}">
                    <a16:rowId xmlns:a16="http://schemas.microsoft.com/office/drawing/2014/main" val="10004"/>
                  </a:ext>
                </a:extLst>
              </a:tr>
              <a:tr h="756500">
                <a:tc>
                  <a:txBody>
                    <a:bodyPr/>
                    <a:lstStyle/>
                    <a:p>
                      <a:pPr marL="0" marR="0" lvl="0" indent="0" algn="ctr" rtl="0">
                        <a:spcBef>
                          <a:spcPts val="0"/>
                        </a:spcBef>
                        <a:spcAft>
                          <a:spcPts val="0"/>
                        </a:spcAft>
                        <a:buNone/>
                      </a:pPr>
                      <a:r>
                        <a:rPr lang="en-IE" sz="1400" u="none" strike="noStrike" cap="none"/>
                        <a:t>/=</a:t>
                      </a:r>
                      <a:endParaRPr sz="1400" u="none" strike="noStrike" cap="none"/>
                    </a:p>
                  </a:txBody>
                  <a:tcPr marL="91450" marR="91450" marT="45725" marB="45725" anchor="ctr"/>
                </a:tc>
                <a:tc>
                  <a:txBody>
                    <a:bodyPr/>
                    <a:lstStyle/>
                    <a:p>
                      <a:pPr marL="0" marR="0" lvl="0" indent="0" algn="ctr" rtl="0">
                        <a:spcBef>
                          <a:spcPts val="0"/>
                        </a:spcBef>
                        <a:spcAft>
                          <a:spcPts val="0"/>
                        </a:spcAft>
                        <a:buClr>
                          <a:schemeClr val="dk1"/>
                        </a:buClr>
                        <a:buSzPts val="1400"/>
                        <a:buFont typeface="Twentieth Century"/>
                        <a:buNone/>
                      </a:pPr>
                      <a:r>
                        <a:rPr lang="en-IE" sz="1400" u="none" strike="noStrike" cap="none"/>
                        <a:t>Divide a variable by the amount specified after the = symbol</a:t>
                      </a:r>
                      <a:endParaRPr sz="1400" u="none" strike="noStrike" cap="none"/>
                    </a:p>
                  </a:txBody>
                  <a:tcPr marL="91450" marR="91450" marT="45725" marB="45725" anchor="ctr"/>
                </a:tc>
                <a:tc>
                  <a:txBody>
                    <a:bodyPr/>
                    <a:lstStyle/>
                    <a:p>
                      <a:pPr marL="0" marR="0" lvl="0" indent="0" algn="ctr" rtl="0">
                        <a:spcBef>
                          <a:spcPts val="0"/>
                        </a:spcBef>
                        <a:spcAft>
                          <a:spcPts val="0"/>
                        </a:spcAft>
                        <a:buNone/>
                      </a:pPr>
                      <a:r>
                        <a:rPr lang="en-IE" sz="1400" u="none" strike="noStrike" cap="none"/>
                        <a:t>number /= 5 </a:t>
                      </a:r>
                      <a:endParaRPr sz="1400" u="none" strike="noStrike" cap="none"/>
                    </a:p>
                  </a:txBody>
                  <a:tcPr marL="91450" marR="91450" marT="45725" marB="45725" anchor="ctr"/>
                </a:tc>
                <a:tc>
                  <a:txBody>
                    <a:bodyPr/>
                    <a:lstStyle/>
                    <a:p>
                      <a:pPr marL="0" marR="0" lvl="0" indent="0" algn="ctr" rtl="0">
                        <a:spcBef>
                          <a:spcPts val="0"/>
                        </a:spcBef>
                        <a:spcAft>
                          <a:spcPts val="0"/>
                        </a:spcAft>
                        <a:buNone/>
                      </a:pPr>
                      <a:r>
                        <a:rPr lang="en-IE" sz="1400" u="none" strike="noStrike" cap="none" dirty="0"/>
                        <a:t>number = number / 5</a:t>
                      </a:r>
                      <a:endParaRPr sz="1400" u="none" strike="noStrike" cap="none" dirty="0"/>
                    </a:p>
                  </a:txBody>
                  <a:tcPr marL="91450" marR="91450" marT="45725" marB="45725" anchor="ctr"/>
                </a:tc>
                <a:tc>
                  <a:txBody>
                    <a:bodyPr/>
                    <a:lstStyle/>
                    <a:p>
                      <a:pPr marL="0" marR="0" lvl="0" indent="0" algn="ctr" rtl="0">
                        <a:spcBef>
                          <a:spcPts val="0"/>
                        </a:spcBef>
                        <a:spcAft>
                          <a:spcPts val="0"/>
                        </a:spcAft>
                        <a:buClr>
                          <a:schemeClr val="dk1"/>
                        </a:buClr>
                        <a:buSzPts val="1600"/>
                        <a:buFont typeface="Twentieth Century"/>
                        <a:buNone/>
                      </a:pPr>
                      <a:r>
                        <a:rPr lang="en-IE" sz="1600" u="none" strike="noStrike" cap="none"/>
                        <a:t>number now equals: 1</a:t>
                      </a:r>
                      <a:endParaRPr sz="1600" u="none" strike="noStrike" cap="none"/>
                    </a:p>
                    <a:p>
                      <a:pPr marL="0" marR="0" lvl="0" indent="0" algn="ctr" rtl="0">
                        <a:spcBef>
                          <a:spcPts val="0"/>
                        </a:spcBef>
                        <a:spcAft>
                          <a:spcPts val="0"/>
                        </a:spcAft>
                        <a:buClr>
                          <a:schemeClr val="dk1"/>
                        </a:buClr>
                        <a:buSzPts val="1600"/>
                        <a:buFont typeface="Twentieth Century"/>
                        <a:buNone/>
                      </a:pPr>
                      <a:r>
                        <a:rPr lang="en-IE" sz="1600" u="none" strike="noStrike" cap="none"/>
                        <a:t>(number = 5 / 5)</a:t>
                      </a:r>
                      <a:endParaRPr sz="1600" u="none" strike="noStrike" cap="none"/>
                    </a:p>
                  </a:txBody>
                  <a:tcPr marL="91450" marR="91450" marT="45725" marB="45725" anchor="ctr"/>
                </a:tc>
                <a:extLst>
                  <a:ext uri="{0D108BD9-81ED-4DB2-BD59-A6C34878D82A}">
                    <a16:rowId xmlns:a16="http://schemas.microsoft.com/office/drawing/2014/main" val="10005"/>
                  </a:ext>
                </a:extLst>
              </a:tr>
              <a:tr h="624550">
                <a:tc>
                  <a:txBody>
                    <a:bodyPr/>
                    <a:lstStyle/>
                    <a:p>
                      <a:pPr marL="0" marR="0" lvl="0" indent="0" algn="ctr" rtl="0">
                        <a:spcBef>
                          <a:spcPts val="0"/>
                        </a:spcBef>
                        <a:spcAft>
                          <a:spcPts val="0"/>
                        </a:spcAft>
                        <a:buNone/>
                      </a:pPr>
                      <a:r>
                        <a:rPr lang="en-IE" sz="1400" u="none" strike="noStrike" cap="none"/>
                        <a:t> %=</a:t>
                      </a:r>
                      <a:endParaRPr sz="1400" u="none" strike="noStrike" cap="none"/>
                    </a:p>
                  </a:txBody>
                  <a:tcPr marL="91450" marR="91450" marT="45725" marB="45725" anchor="ctr"/>
                </a:tc>
                <a:tc>
                  <a:txBody>
                    <a:bodyPr/>
                    <a:lstStyle/>
                    <a:p>
                      <a:pPr marL="0" marR="0" lvl="0" indent="0" algn="ctr" rtl="0">
                        <a:spcBef>
                          <a:spcPts val="0"/>
                        </a:spcBef>
                        <a:spcAft>
                          <a:spcPts val="0"/>
                        </a:spcAft>
                        <a:buClr>
                          <a:schemeClr val="dk1"/>
                        </a:buClr>
                        <a:buSzPts val="1400"/>
                        <a:buFont typeface="Twentieth Century"/>
                        <a:buNone/>
                      </a:pPr>
                      <a:r>
                        <a:rPr lang="en-IE" sz="1400" u="none" strike="noStrike" cap="none"/>
                        <a:t>Mod a variable by the amount specified after the = symbol</a:t>
                      </a:r>
                      <a:endParaRPr sz="1400" u="none" strike="noStrike" cap="none"/>
                    </a:p>
                  </a:txBody>
                  <a:tcPr marL="91450" marR="91450" marT="45725" marB="45725" anchor="ctr"/>
                </a:tc>
                <a:tc>
                  <a:txBody>
                    <a:bodyPr/>
                    <a:lstStyle/>
                    <a:p>
                      <a:pPr marL="0" marR="0" lvl="0" indent="0" algn="ctr" rtl="0">
                        <a:spcBef>
                          <a:spcPts val="0"/>
                        </a:spcBef>
                        <a:spcAft>
                          <a:spcPts val="0"/>
                        </a:spcAft>
                        <a:buNone/>
                      </a:pPr>
                      <a:r>
                        <a:rPr lang="en-IE" sz="1400" u="none" strike="noStrike" cap="none"/>
                        <a:t>number %= 3</a:t>
                      </a:r>
                      <a:endParaRPr sz="1400" u="none" strike="noStrike" cap="none"/>
                    </a:p>
                  </a:txBody>
                  <a:tcPr marL="91450" marR="91450" marT="45725" marB="45725" anchor="ctr"/>
                </a:tc>
                <a:tc>
                  <a:txBody>
                    <a:bodyPr/>
                    <a:lstStyle/>
                    <a:p>
                      <a:pPr marL="0" marR="0" lvl="0" indent="0" algn="ctr" rtl="0">
                        <a:spcBef>
                          <a:spcPts val="0"/>
                        </a:spcBef>
                        <a:spcAft>
                          <a:spcPts val="0"/>
                        </a:spcAft>
                        <a:buClr>
                          <a:schemeClr val="dk1"/>
                        </a:buClr>
                        <a:buSzPts val="1400"/>
                        <a:buFont typeface="Twentieth Century"/>
                        <a:buNone/>
                      </a:pPr>
                      <a:r>
                        <a:rPr lang="en-IE" sz="1400" u="none" strike="noStrike" cap="none" dirty="0"/>
                        <a:t>number = number % 3</a:t>
                      </a:r>
                      <a:endParaRPr sz="1400" u="none" strike="noStrike" cap="none" dirty="0"/>
                    </a:p>
                  </a:txBody>
                  <a:tcPr marL="91450" marR="91450" marT="45725" marB="45725" anchor="ctr"/>
                </a:tc>
                <a:tc>
                  <a:txBody>
                    <a:bodyPr/>
                    <a:lstStyle/>
                    <a:p>
                      <a:pPr marL="0" marR="0" lvl="0" indent="0" algn="ctr" rtl="0">
                        <a:spcBef>
                          <a:spcPts val="0"/>
                        </a:spcBef>
                        <a:spcAft>
                          <a:spcPts val="0"/>
                        </a:spcAft>
                        <a:buClr>
                          <a:schemeClr val="dk1"/>
                        </a:buClr>
                        <a:buSzPts val="1600"/>
                        <a:buFont typeface="Twentieth Century"/>
                        <a:buNone/>
                      </a:pPr>
                      <a:r>
                        <a:rPr lang="en-IE" sz="1600" u="none" strike="noStrike" cap="none" dirty="0"/>
                        <a:t>number now equals: 2</a:t>
                      </a:r>
                      <a:endParaRPr dirty="0"/>
                    </a:p>
                    <a:p>
                      <a:pPr marL="0" marR="0" lvl="0" indent="0" algn="ctr" rtl="0">
                        <a:spcBef>
                          <a:spcPts val="0"/>
                        </a:spcBef>
                        <a:spcAft>
                          <a:spcPts val="0"/>
                        </a:spcAft>
                        <a:buClr>
                          <a:schemeClr val="dk1"/>
                        </a:buClr>
                        <a:buSzPts val="1600"/>
                        <a:buFont typeface="Twentieth Century"/>
                        <a:buNone/>
                      </a:pPr>
                      <a:r>
                        <a:rPr lang="en-IE" sz="1600" u="none" strike="noStrike" cap="none" dirty="0"/>
                        <a:t>(number = 5 % 3)</a:t>
                      </a:r>
                      <a:endParaRPr sz="1600" u="none" strike="noStrike" cap="none" dirty="0"/>
                    </a:p>
                  </a:txBody>
                  <a:tcPr marL="91450" marR="91450" marT="45725" marB="45725" anchor="ctr"/>
                </a:tc>
                <a:extLst>
                  <a:ext uri="{0D108BD9-81ED-4DB2-BD59-A6C34878D82A}">
                    <a16:rowId xmlns:a16="http://schemas.microsoft.com/office/drawing/2014/main" val="10006"/>
                  </a:ext>
                </a:extLst>
              </a:tr>
              <a:tr h="809275">
                <a:tc>
                  <a:txBody>
                    <a:bodyPr/>
                    <a:lstStyle/>
                    <a:p>
                      <a:pPr marL="0" marR="0" lvl="0" indent="0" algn="ctr" rtl="0">
                        <a:spcBef>
                          <a:spcPts val="0"/>
                        </a:spcBef>
                        <a:spcAft>
                          <a:spcPts val="0"/>
                        </a:spcAft>
                        <a:buNone/>
                      </a:pPr>
                      <a:r>
                        <a:rPr lang="en-IE" sz="1400" u="none" strike="noStrike" cap="none"/>
                        <a:t>**=</a:t>
                      </a:r>
                      <a:endParaRPr sz="1400" u="none" strike="noStrike" cap="none"/>
                    </a:p>
                  </a:txBody>
                  <a:tcPr marL="91450" marR="91450" marT="45725" marB="45725" anchor="ctr"/>
                </a:tc>
                <a:tc>
                  <a:txBody>
                    <a:bodyPr/>
                    <a:lstStyle/>
                    <a:p>
                      <a:pPr marL="0" marR="0" lvl="0" indent="0" algn="ctr" rtl="0">
                        <a:spcBef>
                          <a:spcPts val="0"/>
                        </a:spcBef>
                        <a:spcAft>
                          <a:spcPts val="0"/>
                        </a:spcAft>
                        <a:buClr>
                          <a:schemeClr val="dk1"/>
                        </a:buClr>
                        <a:buSzPts val="1400"/>
                        <a:buFont typeface="Twentieth Century"/>
                        <a:buNone/>
                      </a:pPr>
                      <a:r>
                        <a:rPr lang="en-IE" sz="1400" u="none" strike="noStrike" cap="none"/>
                        <a:t>Multiplies a variable to the power of the amount specified after the = symbol</a:t>
                      </a:r>
                      <a:endParaRPr sz="1400" u="none" strike="noStrike" cap="none"/>
                    </a:p>
                  </a:txBody>
                  <a:tcPr marL="91450" marR="91450" marT="45725" marB="45725" anchor="ctr"/>
                </a:tc>
                <a:tc>
                  <a:txBody>
                    <a:bodyPr/>
                    <a:lstStyle/>
                    <a:p>
                      <a:pPr marL="0" marR="0" lvl="0" indent="0" algn="ctr" rtl="0">
                        <a:spcBef>
                          <a:spcPts val="0"/>
                        </a:spcBef>
                        <a:spcAft>
                          <a:spcPts val="0"/>
                        </a:spcAft>
                        <a:buNone/>
                      </a:pPr>
                      <a:r>
                        <a:rPr lang="en-IE" sz="1400" u="none" strike="noStrike" cap="none"/>
                        <a:t>number **= 4</a:t>
                      </a:r>
                      <a:endParaRPr sz="1400" u="none" strike="noStrike" cap="none"/>
                    </a:p>
                  </a:txBody>
                  <a:tcPr marL="91450" marR="91450" marT="45725" marB="45725" anchor="ctr"/>
                </a:tc>
                <a:tc>
                  <a:txBody>
                    <a:bodyPr/>
                    <a:lstStyle/>
                    <a:p>
                      <a:pPr marL="0" marR="0" lvl="0" indent="0" algn="ctr" rtl="0">
                        <a:spcBef>
                          <a:spcPts val="0"/>
                        </a:spcBef>
                        <a:spcAft>
                          <a:spcPts val="0"/>
                        </a:spcAft>
                        <a:buNone/>
                      </a:pPr>
                      <a:r>
                        <a:rPr lang="en-IE" sz="1400" u="none" strike="noStrike" cap="none"/>
                        <a:t>number = 5 ** 4</a:t>
                      </a:r>
                      <a:endParaRPr sz="1400" u="none" strike="noStrike" cap="none"/>
                    </a:p>
                  </a:txBody>
                  <a:tcPr marL="91450" marR="91450" marT="45725" marB="45725" anchor="ctr"/>
                </a:tc>
                <a:tc>
                  <a:txBody>
                    <a:bodyPr/>
                    <a:lstStyle/>
                    <a:p>
                      <a:pPr marL="0" marR="0" lvl="0" indent="0" algn="ctr" rtl="0">
                        <a:spcBef>
                          <a:spcPts val="0"/>
                        </a:spcBef>
                        <a:spcAft>
                          <a:spcPts val="0"/>
                        </a:spcAft>
                        <a:buClr>
                          <a:schemeClr val="dk1"/>
                        </a:buClr>
                        <a:buSzPts val="1600"/>
                        <a:buFont typeface="Twentieth Century"/>
                        <a:buNone/>
                      </a:pPr>
                      <a:r>
                        <a:rPr lang="en-IE" sz="1600" u="none" strike="noStrike" cap="none" dirty="0"/>
                        <a:t>number now equals: 625</a:t>
                      </a:r>
                      <a:endParaRPr dirty="0"/>
                    </a:p>
                    <a:p>
                      <a:pPr marL="0" marR="0" lvl="0" indent="0" algn="ctr" rtl="0">
                        <a:spcBef>
                          <a:spcPts val="0"/>
                        </a:spcBef>
                        <a:spcAft>
                          <a:spcPts val="0"/>
                        </a:spcAft>
                        <a:buClr>
                          <a:schemeClr val="dk1"/>
                        </a:buClr>
                        <a:buSzPts val="1600"/>
                        <a:buFont typeface="Twentieth Century"/>
                        <a:buNone/>
                      </a:pPr>
                      <a:r>
                        <a:rPr lang="en-IE" sz="1600" u="none" strike="noStrike" cap="none" dirty="0"/>
                        <a:t>(number = 5 ** 4)</a:t>
                      </a:r>
                      <a:endParaRPr sz="1600" u="none" strike="noStrike" cap="none" dirty="0"/>
                    </a:p>
                  </a:txBody>
                  <a:tcPr marL="91450" marR="91450" marT="45725" marB="45725" anchor="ctr"/>
                </a:tc>
                <a:extLst>
                  <a:ext uri="{0D108BD9-81ED-4DB2-BD59-A6C34878D82A}">
                    <a16:rowId xmlns:a16="http://schemas.microsoft.com/office/drawing/2014/main" val="10007"/>
                  </a:ext>
                </a:extLst>
              </a:tr>
              <a:tr h="756500">
                <a:tc>
                  <a:txBody>
                    <a:bodyPr/>
                    <a:lstStyle/>
                    <a:p>
                      <a:pPr marL="0" marR="0" lvl="0" indent="0" algn="ctr" rtl="0">
                        <a:spcBef>
                          <a:spcPts val="0"/>
                        </a:spcBef>
                        <a:spcAft>
                          <a:spcPts val="0"/>
                        </a:spcAft>
                        <a:buNone/>
                      </a:pPr>
                      <a:r>
                        <a:rPr lang="en-IE" sz="1400" u="none" strike="noStrike" cap="none"/>
                        <a:t>//=</a:t>
                      </a:r>
                      <a:endParaRPr sz="1400" u="none" strike="noStrike" cap="none"/>
                    </a:p>
                  </a:txBody>
                  <a:tcPr marL="91450" marR="91450" marT="45725" marB="45725" anchor="ctr"/>
                </a:tc>
                <a:tc>
                  <a:txBody>
                    <a:bodyPr/>
                    <a:lstStyle/>
                    <a:p>
                      <a:pPr marL="0" marR="0" lvl="0" indent="0" algn="ctr" rtl="0">
                        <a:spcBef>
                          <a:spcPts val="0"/>
                        </a:spcBef>
                        <a:spcAft>
                          <a:spcPts val="0"/>
                        </a:spcAft>
                        <a:buClr>
                          <a:schemeClr val="dk1"/>
                        </a:buClr>
                        <a:buSzPts val="1400"/>
                        <a:buFont typeface="Twentieth Century"/>
                        <a:buNone/>
                      </a:pPr>
                      <a:r>
                        <a:rPr lang="en-IE" sz="1400" u="none" strike="noStrike" cap="none"/>
                        <a:t>Floor divide a variable by the amount specified after the = symbol</a:t>
                      </a:r>
                      <a:endParaRPr sz="1400" u="none" strike="noStrike" cap="none"/>
                    </a:p>
                  </a:txBody>
                  <a:tcPr marL="91450" marR="91450" marT="45725" marB="45725" anchor="ctr"/>
                </a:tc>
                <a:tc>
                  <a:txBody>
                    <a:bodyPr/>
                    <a:lstStyle/>
                    <a:p>
                      <a:pPr marL="0" marR="0" lvl="0" indent="0" algn="ctr" rtl="0">
                        <a:spcBef>
                          <a:spcPts val="0"/>
                        </a:spcBef>
                        <a:spcAft>
                          <a:spcPts val="0"/>
                        </a:spcAft>
                        <a:buNone/>
                      </a:pPr>
                      <a:r>
                        <a:rPr lang="en-IE" sz="1400" u="none" strike="noStrike" cap="none"/>
                        <a:t>number //= 2</a:t>
                      </a:r>
                      <a:endParaRPr sz="1400" u="none" strike="noStrike" cap="none"/>
                    </a:p>
                  </a:txBody>
                  <a:tcPr marL="91450" marR="91450" marT="45725" marB="45725" anchor="ctr"/>
                </a:tc>
                <a:tc>
                  <a:txBody>
                    <a:bodyPr/>
                    <a:lstStyle/>
                    <a:p>
                      <a:pPr marL="0" marR="0" lvl="0" indent="0" algn="ctr" rtl="0">
                        <a:spcBef>
                          <a:spcPts val="0"/>
                        </a:spcBef>
                        <a:spcAft>
                          <a:spcPts val="0"/>
                        </a:spcAft>
                        <a:buClr>
                          <a:schemeClr val="dk1"/>
                        </a:buClr>
                        <a:buSzPts val="1400"/>
                        <a:buFont typeface="Twentieth Century"/>
                        <a:buNone/>
                      </a:pPr>
                      <a:r>
                        <a:rPr lang="en-IE" sz="1400" u="none" strike="noStrike" cap="none"/>
                        <a:t>number = number // 2</a:t>
                      </a:r>
                      <a:endParaRPr sz="1400" u="none" strike="noStrike" cap="none"/>
                    </a:p>
                  </a:txBody>
                  <a:tcPr marL="91450" marR="91450" marT="45725" marB="45725" anchor="ctr"/>
                </a:tc>
                <a:tc>
                  <a:txBody>
                    <a:bodyPr/>
                    <a:lstStyle/>
                    <a:p>
                      <a:pPr marL="0" marR="0" lvl="0" indent="0" algn="ctr" rtl="0">
                        <a:spcBef>
                          <a:spcPts val="0"/>
                        </a:spcBef>
                        <a:spcAft>
                          <a:spcPts val="0"/>
                        </a:spcAft>
                        <a:buClr>
                          <a:schemeClr val="dk1"/>
                        </a:buClr>
                        <a:buSzPts val="1600"/>
                        <a:buFont typeface="Twentieth Century"/>
                        <a:buNone/>
                      </a:pPr>
                      <a:r>
                        <a:rPr lang="en-IE" sz="1600" u="none" strike="noStrike" cap="none" dirty="0"/>
                        <a:t>number now equals: 2</a:t>
                      </a:r>
                      <a:endParaRPr dirty="0"/>
                    </a:p>
                    <a:p>
                      <a:pPr marL="0" marR="0" lvl="0" indent="0" algn="ctr" rtl="0">
                        <a:spcBef>
                          <a:spcPts val="0"/>
                        </a:spcBef>
                        <a:spcAft>
                          <a:spcPts val="0"/>
                        </a:spcAft>
                        <a:buClr>
                          <a:schemeClr val="dk1"/>
                        </a:buClr>
                        <a:buSzPts val="1600"/>
                        <a:buFont typeface="Twentieth Century"/>
                        <a:buNone/>
                      </a:pPr>
                      <a:r>
                        <a:rPr lang="en-IE" sz="1600" u="none" strike="noStrike" cap="none" dirty="0"/>
                        <a:t>(number = 5 // 2)</a:t>
                      </a:r>
                      <a:endParaRPr sz="1600" u="none" strike="noStrike" cap="none" dirty="0"/>
                    </a:p>
                  </a:txBody>
                  <a:tcPr marL="91450" marR="91450" marT="45725" marB="45725"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0141133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46333A-EBF4-4D28-9F82-3CDECBFCA297}"/>
              </a:ext>
            </a:extLst>
          </p:cNvPr>
          <p:cNvSpPr>
            <a:spLocks noGrp="1"/>
          </p:cNvSpPr>
          <p:nvPr>
            <p:ph type="title"/>
          </p:nvPr>
        </p:nvSpPr>
        <p:spPr/>
        <p:txBody>
          <a:bodyPr/>
          <a:lstStyle/>
          <a:p>
            <a:r>
              <a:rPr lang="en-IE" dirty="0"/>
              <a:t>Summary</a:t>
            </a:r>
          </a:p>
        </p:txBody>
      </p:sp>
      <p:sp>
        <p:nvSpPr>
          <p:cNvPr id="3" name="Content Placeholder 2">
            <a:extLst>
              <a:ext uri="{FF2B5EF4-FFF2-40B4-BE49-F238E27FC236}">
                <a16:creationId xmlns:a16="http://schemas.microsoft.com/office/drawing/2014/main" id="{1283F8C7-531B-CF1C-B823-0A09E22947C3}"/>
              </a:ext>
            </a:extLst>
          </p:cNvPr>
          <p:cNvSpPr>
            <a:spLocks noGrp="1"/>
          </p:cNvSpPr>
          <p:nvPr>
            <p:ph idx="1"/>
          </p:nvPr>
        </p:nvSpPr>
        <p:spPr/>
        <p:txBody>
          <a:bodyPr>
            <a:normAutofit fontScale="92500" lnSpcReduction="20000"/>
          </a:bodyPr>
          <a:lstStyle/>
          <a:p>
            <a:r>
              <a:rPr lang="en-GB" dirty="0"/>
              <a:t>Today you learned about:</a:t>
            </a:r>
          </a:p>
          <a:p>
            <a:r>
              <a:rPr lang="en-GB" dirty="0"/>
              <a:t>Variables</a:t>
            </a:r>
          </a:p>
          <a:p>
            <a:pPr lvl="1"/>
            <a:r>
              <a:rPr lang="en-GB" dirty="0"/>
              <a:t>Variables are containers that hold a value.</a:t>
            </a:r>
          </a:p>
          <a:p>
            <a:r>
              <a:rPr lang="en-GB" dirty="0"/>
              <a:t>Data types, that characters and strings are datatypes and some new datatypes: </a:t>
            </a:r>
          </a:p>
          <a:p>
            <a:pPr lvl="1"/>
            <a:r>
              <a:rPr lang="en-GB" dirty="0"/>
              <a:t>Integers 	(whole numbers)</a:t>
            </a:r>
          </a:p>
          <a:p>
            <a:pPr lvl="1"/>
            <a:r>
              <a:rPr lang="en-GB" dirty="0"/>
              <a:t>Floats 		(decimals)</a:t>
            </a:r>
          </a:p>
          <a:p>
            <a:pPr lvl="1"/>
            <a:r>
              <a:rPr lang="en-GB" dirty="0"/>
              <a:t>Booleans 	(true or false)</a:t>
            </a:r>
          </a:p>
          <a:p>
            <a:r>
              <a:rPr lang="en-GB" dirty="0"/>
              <a:t>Operators</a:t>
            </a:r>
          </a:p>
          <a:p>
            <a:pPr lvl="1"/>
            <a:r>
              <a:rPr lang="en-GB" dirty="0"/>
              <a:t>That you can use operators to assign values (</a:t>
            </a:r>
            <a:r>
              <a:rPr lang="en-GB" dirty="0" err="1"/>
              <a:t>e.G.</a:t>
            </a:r>
            <a:r>
              <a:rPr lang="en-GB" dirty="0"/>
              <a:t> The = assignment operator)</a:t>
            </a:r>
          </a:p>
          <a:p>
            <a:pPr lvl="1"/>
            <a:r>
              <a:rPr lang="en-GB" dirty="0"/>
              <a:t>That you can use operators to do maths using python (</a:t>
            </a:r>
            <a:r>
              <a:rPr lang="en-GB" dirty="0" err="1"/>
              <a:t>e.G.</a:t>
            </a:r>
            <a:r>
              <a:rPr lang="en-GB" dirty="0"/>
              <a:t> The + addition operator)</a:t>
            </a:r>
          </a:p>
          <a:p>
            <a:r>
              <a:rPr lang="en-GB" dirty="0"/>
              <a:t>How to use the print function with variables and operators.</a:t>
            </a:r>
          </a:p>
          <a:p>
            <a:endParaRPr lang="en-IE" dirty="0"/>
          </a:p>
        </p:txBody>
      </p:sp>
    </p:spTree>
    <p:extLst>
      <p:ext uri="{BB962C8B-B14F-4D97-AF65-F5344CB8AC3E}">
        <p14:creationId xmlns:p14="http://schemas.microsoft.com/office/powerpoint/2010/main" val="1182684956"/>
      </p:ext>
    </p:extLst>
  </p:cSld>
  <p:clrMapOvr>
    <a:masterClrMapping/>
  </p:clrMapOvr>
</p:sld>
</file>

<file path=ppt/theme/theme1.xml><?xml version="1.0" encoding="utf-8"?>
<a:theme xmlns:a="http://schemas.openxmlformats.org/drawingml/2006/main" name="ÀCC Presentation">
  <a:themeElements>
    <a:clrScheme name="Office 2013 - 202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Franklin Gothic">
      <a:majorFont>
        <a:latin typeface="Franklin Gothic Medium" panose="020B0603020102020204"/>
        <a:ea typeface=""/>
        <a:cs typeface=""/>
      </a:majorFont>
      <a:minorFont>
        <a:latin typeface="Franklin Gothic Book" panose="020B0503020102020204"/>
        <a:ea typeface=""/>
        <a:cs typeface=""/>
      </a:minorFont>
    </a:fontScheme>
    <a:fmtScheme>
      <a:fillStyleLst>
        <a:solidFill>
          <a:schemeClr val="phClr"/>
        </a:solidFill>
        <a:solidFill>
          <a:schemeClr val="phClr">
            <a:tint val="50000"/>
          </a:schemeClr>
        </a:solidFill>
        <a:gradFill>
          <a:gsLst>
            <a:gs pos="0">
              <a:schemeClr val="phClr"/>
            </a:gs>
            <a:gs pos="90000">
              <a:schemeClr val="phClr">
                <a:shade val="100000"/>
              </a:schemeClr>
            </a:gs>
            <a:gs pos="100000">
              <a:schemeClr val="phClr">
                <a:shade val="85000"/>
              </a:schemeClr>
            </a:gs>
          </a:gsLst>
          <a:path path="circle">
            <a:fillToRect l="100000" t="100000" r="100000" b="100000"/>
          </a:path>
          <a:tileRect/>
        </a:gradFill>
      </a:fillStyleLst>
      <a:lnStyleLst>
        <a:ln w="10000" cap="flat" cmpd="sng" algn="ctr">
          <a:prstDash val="solid"/>
        </a:ln>
        <a:ln w="19050" cap="flat" cmpd="sng" algn="ctr">
          <a:prstDash val="solid"/>
        </a:ln>
        <a:ln w="53975" cap="flat" cmpd="dbl"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ACC Theme">
  <a:themeElements>
    <a:clrScheme name="Office 2013 - 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Franklin Gothic">
      <a:majorFont>
        <a:latin typeface="Franklin Gothic Medium" panose="020B0603020102020204"/>
        <a:ea typeface=""/>
        <a:cs typeface=""/>
        <a:font script="Jpan" typeface="HG創英角ｺﾞｼｯｸUB"/>
        <a:font script="Hang" typeface="돋움"/>
        <a:font script="Hans" typeface="隶书"/>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Franklin Gothic Book" panose="020B0503020102020204"/>
        <a:ea typeface=""/>
        <a:cs typeface=""/>
        <a:font script="Jpan" typeface="HGｺﾞｼｯｸE"/>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Banded Edge">
      <a:fillStyleLst>
        <a:solidFill>
          <a:schemeClr val="phClr"/>
        </a:solidFill>
        <a:solidFill>
          <a:schemeClr val="phClr">
            <a:tint val="50000"/>
          </a:schemeClr>
        </a:solidFill>
        <a:gradFill rotWithShape="1">
          <a:gsLst>
            <a:gs pos="0">
              <a:schemeClr val="phClr"/>
            </a:gs>
            <a:gs pos="90000">
              <a:schemeClr val="phClr">
                <a:shade val="100000"/>
              </a:schemeClr>
            </a:gs>
            <a:gs pos="100000">
              <a:schemeClr val="phClr">
                <a:shade val="85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17779" dir="5400000" rotWithShape="0">
              <a:srgbClr val="000000">
                <a:alpha val="40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30000"/>
              </a:schemeClr>
            </a:contourClr>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ACC Theme" id="{5315FB66-9AB4-496F-8BD7-119135D3DC10}" vid="{A8CBE559-2296-4199-8F36-6EE5C8311873}"/>
    </a:ext>
  </a:extLst>
</a:theme>
</file>

<file path=docProps/app.xml><?xml version="1.0" encoding="utf-8"?>
<Properties xmlns="http://schemas.openxmlformats.org/officeDocument/2006/extended-properties" xmlns:vt="http://schemas.openxmlformats.org/officeDocument/2006/docPropsVTypes">
  <Template>ÀCC Presentation</Template>
  <TotalTime>45</TotalTime>
  <Words>1463</Words>
  <Application>Microsoft Office PowerPoint</Application>
  <PresentationFormat>Widescreen</PresentationFormat>
  <Paragraphs>215</Paragraphs>
  <Slides>14</Slides>
  <Notes>0</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14</vt:i4>
      </vt:variant>
    </vt:vector>
  </HeadingPairs>
  <TitlesOfParts>
    <vt:vector size="22" baseType="lpstr">
      <vt:lpstr>Arial</vt:lpstr>
      <vt:lpstr>Calibri</vt:lpstr>
      <vt:lpstr>Franklin Gothic Book</vt:lpstr>
      <vt:lpstr>Franklin Gothic Medium</vt:lpstr>
      <vt:lpstr>Times New Roman</vt:lpstr>
      <vt:lpstr>Twentieth Century</vt:lpstr>
      <vt:lpstr>ÀCC Presentation</vt:lpstr>
      <vt:lpstr>ACC Theme</vt:lpstr>
      <vt:lpstr>TY Coding</vt:lpstr>
      <vt:lpstr>Lesson 01 Recap </vt:lpstr>
      <vt:lpstr>PowerPoint Presentation</vt:lpstr>
      <vt:lpstr>What is a Variable</vt:lpstr>
      <vt:lpstr>PowerPoint Presentation</vt:lpstr>
      <vt:lpstr>PowerPoint Presentation</vt:lpstr>
      <vt:lpstr>PowerPoint Presentation</vt:lpstr>
      <vt:lpstr>PowerPoint Presentation</vt:lpstr>
      <vt:lpstr>Part 2 - Operators</vt:lpstr>
      <vt:lpstr>PowerPoint Presentation</vt:lpstr>
      <vt:lpstr>PowerPoint Presentation</vt:lpstr>
      <vt:lpstr>PowerPoint Presentation</vt:lpstr>
      <vt:lpstr>PowerPoint Presentation</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Jim Finn</dc:creator>
  <dc:description/>
  <cp:lastModifiedBy>Jim Finn (Adamstown CC)</cp:lastModifiedBy>
  <cp:revision>5</cp:revision>
  <dcterms:created xsi:type="dcterms:W3CDTF">2025-05-14T11:16:38Z</dcterms:created>
  <dcterms:modified xsi:type="dcterms:W3CDTF">2025-08-28T06:27:01Z</dcterms:modified>
  <dc:language>en-IE</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13</vt:i4>
  </property>
  <property fmtid="{D5CDD505-2E9C-101B-9397-08002B2CF9AE}" pid="4" name="MSIP_Label_bb170d26-a298-4fcb-93e8-f72c55c78d0a_Enabled">
    <vt:lpwstr>true</vt:lpwstr>
  </property>
  <property fmtid="{D5CDD505-2E9C-101B-9397-08002B2CF9AE}" pid="5" name="MSIP_Label_bb170d26-a298-4fcb-93e8-f72c55c78d0a_SetDate">
    <vt:lpwstr>2025-08-28T06:27:01Z</vt:lpwstr>
  </property>
  <property fmtid="{D5CDD505-2E9C-101B-9397-08002B2CF9AE}" pid="6" name="MSIP_Label_bb170d26-a298-4fcb-93e8-f72c55c78d0a_Method">
    <vt:lpwstr>Standard</vt:lpwstr>
  </property>
  <property fmtid="{D5CDD505-2E9C-101B-9397-08002B2CF9AE}" pid="7" name="MSIP_Label_bb170d26-a298-4fcb-93e8-f72c55c78d0a_Name">
    <vt:lpwstr>defa4170-0d19-0005-0004-bc88714345d2</vt:lpwstr>
  </property>
  <property fmtid="{D5CDD505-2E9C-101B-9397-08002B2CF9AE}" pid="8" name="MSIP_Label_bb170d26-a298-4fcb-93e8-f72c55c78d0a_SiteId">
    <vt:lpwstr>3ed6c8f5-4c16-44ad-9eed-60f851834a84</vt:lpwstr>
  </property>
  <property fmtid="{D5CDD505-2E9C-101B-9397-08002B2CF9AE}" pid="9" name="MSIP_Label_bb170d26-a298-4fcb-93e8-f72c55c78d0a_ActionId">
    <vt:lpwstr>abf108b7-51c6-46df-803a-db799a25055a</vt:lpwstr>
  </property>
  <property fmtid="{D5CDD505-2E9C-101B-9397-08002B2CF9AE}" pid="10" name="MSIP_Label_bb170d26-a298-4fcb-93e8-f72c55c78d0a_ContentBits">
    <vt:lpwstr>0</vt:lpwstr>
  </property>
  <property fmtid="{D5CDD505-2E9C-101B-9397-08002B2CF9AE}" pid="11" name="MSIP_Label_bb170d26-a298-4fcb-93e8-f72c55c78d0a_Tag">
    <vt:lpwstr>10, 3, 0, 1</vt:lpwstr>
  </property>
</Properties>
</file>