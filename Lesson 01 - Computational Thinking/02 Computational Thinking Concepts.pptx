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4" r:id="rId4"/>
    <p:sldId id="265" r:id="rId5"/>
    <p:sldId id="259" r:id="rId6"/>
    <p:sldId id="260" r:id="rId7"/>
    <p:sldId id="261" r:id="rId8"/>
    <p:sldId id="268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c651786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6c651786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6c6517863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6c6517863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6c6517863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6c6517863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6c6517863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6c6517863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c6517863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c6517863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c6517863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c6517863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6c6517863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6c65178631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13775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1492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0599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4769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24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0990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814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0276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9764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7485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1461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76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for a college&#10;&#10;AI-generated content may be incorrect.">
            <a:extLst>
              <a:ext uri="{FF2B5EF4-FFF2-40B4-BE49-F238E27FC236}">
                <a16:creationId xmlns:a16="http://schemas.microsoft.com/office/drawing/2014/main" id="{1C360B2B-5A98-7E0F-8727-8E4EBE3EB6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9" t="10376" r="14368" b="17519"/>
          <a:stretch/>
        </p:blipFill>
        <p:spPr>
          <a:xfrm>
            <a:off x="7917874" y="139304"/>
            <a:ext cx="1033895" cy="10294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2DA69-F865-40BD-BB5F-1D84F0763CEB}" type="datetimeFigureOut">
              <a:rPr lang="en-IE" smtClean="0"/>
              <a:t>31/08/2026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772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Computational Thinking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Core Concepts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Computational Thinking?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Computational thinking is a way of understanding complex problems in order to form a solution that can be implemented by either a computer, a human or a combination of both.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There are four key elements to computational thinking: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Decomposition - breaking a problem down into smaller pieces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Abstraction - removing details that are not relevant to solving a problem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Algorithmic thinking - identifying logical steps/a set of instructions that can be used to solve a problem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Pattern Recognition - Finding patterns or similarities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81000"/>
            <a:ext cx="42100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266700"/>
            <a:ext cx="8915400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Abstraction</a:t>
            </a:r>
            <a:endParaRPr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spcAft>
                <a:spcPts val="1600"/>
              </a:spcAft>
            </a:pPr>
            <a:r>
              <a:rPr lang="en-IE" dirty="0"/>
              <a:t>A Technique that is used to simplify a problem by removing unnecessary parts.</a:t>
            </a:r>
          </a:p>
          <a:p>
            <a:pPr marL="342900">
              <a:spcAft>
                <a:spcPts val="1600"/>
              </a:spcAft>
            </a:pPr>
            <a:r>
              <a:rPr lang="en-IE" dirty="0"/>
              <a:t>Allows you to focus on what is important and relevant</a:t>
            </a:r>
          </a:p>
          <a:p>
            <a:pPr marL="342900">
              <a:spcAft>
                <a:spcPts val="1600"/>
              </a:spcAft>
            </a:pPr>
            <a:r>
              <a:rPr lang="en-IE" dirty="0"/>
              <a:t>Where is abstraction useful.</a:t>
            </a:r>
          </a:p>
          <a:p>
            <a:pPr marL="342900">
              <a:spcAft>
                <a:spcPts val="1600"/>
              </a:spcAft>
            </a:pPr>
            <a:r>
              <a:rPr lang="en-IE" dirty="0"/>
              <a:t>Give an example of how abstraction might be used in </a:t>
            </a:r>
          </a:p>
          <a:p>
            <a:pPr marL="792000" lvl="1">
              <a:spcBef>
                <a:spcPts val="0"/>
              </a:spcBef>
            </a:pPr>
            <a:r>
              <a:rPr lang="en-IE" dirty="0"/>
              <a:t>Maths</a:t>
            </a:r>
          </a:p>
          <a:p>
            <a:pPr marL="792000" lvl="1">
              <a:spcBef>
                <a:spcPts val="0"/>
              </a:spcBef>
            </a:pPr>
            <a:r>
              <a:rPr lang="en-IE" dirty="0"/>
              <a:t>English</a:t>
            </a:r>
          </a:p>
          <a:p>
            <a:pPr marL="792000" lvl="1">
              <a:spcBef>
                <a:spcPts val="0"/>
              </a:spcBef>
            </a:pPr>
            <a:r>
              <a:rPr lang="en-IE" dirty="0"/>
              <a:t>Geography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88" y="309563"/>
            <a:ext cx="8886825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" y="290513"/>
            <a:ext cx="89344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13" y="352425"/>
            <a:ext cx="8715375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CC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 Theme" id="{5315FB66-9AB4-496F-8BD7-119135D3DC10}" vid="{A8CBE559-2296-4199-8F36-6EE5C831187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b170d26-a298-4fcb-93e8-f72c55c78d0a}" enabled="1" method="Standard" siteId="{3ed6c8f5-4c16-44ad-9eed-60f851834a8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 Theme</Template>
  <TotalTime>5</TotalTime>
  <Words>140</Words>
  <Application>Microsoft Office PowerPoint</Application>
  <PresentationFormat>On-screen Show (16:9)</PresentationFormat>
  <Paragraphs>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Franklin Gothic Book</vt:lpstr>
      <vt:lpstr>Franklin Gothic Medium</vt:lpstr>
      <vt:lpstr>ACC Theme</vt:lpstr>
      <vt:lpstr>Computational Thinking</vt:lpstr>
      <vt:lpstr>What is Computational Thinking?</vt:lpstr>
      <vt:lpstr>PowerPoint Presentation</vt:lpstr>
      <vt:lpstr>PowerPoint Presentation</vt:lpstr>
      <vt:lpstr>Abstraction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Jim Finn (Adamstown CC)</cp:lastModifiedBy>
  <cp:revision>2</cp:revision>
  <dcterms:modified xsi:type="dcterms:W3CDTF">2026-08-31T06:54:28Z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b170d26-a298-4fcb-93e8-f72c55c78d0a_Enabled">
    <vt:lpwstr>true</vt:lpwstr>
  </property>
  <property fmtid="{D5CDD505-2E9C-101B-9397-08002B2CF9AE}" pid="3" name="MSIP_Label_bb170d26-a298-4fcb-93e8-f72c55c78d0a_SetDate">
    <vt:lpwstr>2025-08-26T06:41:22Z</vt:lpwstr>
  </property>
  <property fmtid="{D5CDD505-2E9C-101B-9397-08002B2CF9AE}" pid="4" name="MSIP_Label_bb170d26-a298-4fcb-93e8-f72c55c78d0a_Method">
    <vt:lpwstr>Standard</vt:lpwstr>
  </property>
  <property fmtid="{D5CDD505-2E9C-101B-9397-08002B2CF9AE}" pid="5" name="MSIP_Label_bb170d26-a298-4fcb-93e8-f72c55c78d0a_Name">
    <vt:lpwstr>defa4170-0d19-0005-0004-bc88714345d2</vt:lpwstr>
  </property>
  <property fmtid="{D5CDD505-2E9C-101B-9397-08002B2CF9AE}" pid="6" name="MSIP_Label_bb170d26-a298-4fcb-93e8-f72c55c78d0a_SiteId">
    <vt:lpwstr>3ed6c8f5-4c16-44ad-9eed-60f851834a84</vt:lpwstr>
  </property>
  <property fmtid="{D5CDD505-2E9C-101B-9397-08002B2CF9AE}" pid="7" name="MSIP_Label_bb170d26-a298-4fcb-93e8-f72c55c78d0a_ActionId">
    <vt:lpwstr>2c41df97-d6a7-4356-bbf5-6c8f90c9845a</vt:lpwstr>
  </property>
  <property fmtid="{D5CDD505-2E9C-101B-9397-08002B2CF9AE}" pid="8" name="MSIP_Label_bb170d26-a298-4fcb-93e8-f72c55c78d0a_ContentBits">
    <vt:lpwstr>0</vt:lpwstr>
  </property>
  <property fmtid="{D5CDD505-2E9C-101B-9397-08002B2CF9AE}" pid="9" name="MSIP_Label_bb170d26-a298-4fcb-93e8-f72c55c78d0a_Tag">
    <vt:lpwstr>10, 3, 0, 1</vt:lpwstr>
  </property>
</Properties>
</file>