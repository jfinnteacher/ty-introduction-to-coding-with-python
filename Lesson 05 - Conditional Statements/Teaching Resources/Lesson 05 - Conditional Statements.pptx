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</p:sldMasterIdLst>
  <p:notesMasterIdLst>
    <p:notesMasterId r:id="rId3"/>
  </p:notesMasterIdLst>
  <p:sldIdLst>
    <p:sldId id="256" r:id="rId2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30EFBE-F97B-490D-B572-C1ADB27A78DB}" type="datetimeFigureOut">
              <a:rPr lang="en-IE" smtClean="0"/>
              <a:t>23/09/2025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9D2527-3D16-4B6F-BA96-06268629D0A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3747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9433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27806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2816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68694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93013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99975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14317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45924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23374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11432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61158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517200" y="610700"/>
            <a:ext cx="11157600" cy="9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517200" y="1986432"/>
            <a:ext cx="11157600" cy="4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98482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logo for a college&#10;&#10;AI-generated content may be incorrect.">
            <a:extLst>
              <a:ext uri="{FF2B5EF4-FFF2-40B4-BE49-F238E27FC236}">
                <a16:creationId xmlns:a16="http://schemas.microsoft.com/office/drawing/2014/main" id="{1C360B2B-5A98-7E0F-8727-8E4EBE3EB66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19" t="10376" r="14368" b="17519"/>
          <a:stretch/>
        </p:blipFill>
        <p:spPr>
          <a:xfrm>
            <a:off x="10557166" y="185739"/>
            <a:ext cx="1378527" cy="137262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9C88E78-AA00-4B73-B005-A5F753C873EF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77249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C9646-7D05-CE2B-4E92-4B6E57AC36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Lesson 05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4C5978-66F4-0A84-91A6-2F2F646220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Conditional Statements</a:t>
            </a:r>
          </a:p>
        </p:txBody>
      </p:sp>
    </p:spTree>
    <p:extLst>
      <p:ext uri="{BB962C8B-B14F-4D97-AF65-F5344CB8AC3E}">
        <p14:creationId xmlns:p14="http://schemas.microsoft.com/office/powerpoint/2010/main" val="3338710097"/>
      </p:ext>
    </p:extLst>
  </p:cSld>
  <p:clrMapOvr>
    <a:masterClrMapping/>
  </p:clrMapOvr>
</p:sld>
</file>

<file path=ppt/theme/theme1.xml><?xml version="1.0" encoding="utf-8"?>
<a:theme xmlns:a="http://schemas.openxmlformats.org/drawingml/2006/main" name="ACC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nded Edge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777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CC Theme" id="{5315FB66-9AB4-496F-8BD7-119135D3DC10}" vid="{A8CBE559-2296-4199-8F36-6EE5C831187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ÀCC Presentation</Template>
  <TotalTime>79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Franklin Gothic Book</vt:lpstr>
      <vt:lpstr>Franklin Gothic Medium</vt:lpstr>
      <vt:lpstr>Times New Roman</vt:lpstr>
      <vt:lpstr>ACC Theme</vt:lpstr>
      <vt:lpstr>Lesson 05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Jim Finn</dc:creator>
  <dc:description/>
  <cp:lastModifiedBy>Jim Finn (Adamstown CC)</cp:lastModifiedBy>
  <cp:revision>9</cp:revision>
  <dcterms:created xsi:type="dcterms:W3CDTF">2025-05-14T11:16:38Z</dcterms:created>
  <dcterms:modified xsi:type="dcterms:W3CDTF">2025-09-23T06:39:47Z</dcterms:modified>
  <dc:language>en-IE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13</vt:i4>
  </property>
  <property fmtid="{D5CDD505-2E9C-101B-9397-08002B2CF9AE}" pid="4" name="MSIP_Label_bb170d26-a298-4fcb-93e8-f72c55c78d0a_Enabled">
    <vt:lpwstr>true</vt:lpwstr>
  </property>
  <property fmtid="{D5CDD505-2E9C-101B-9397-08002B2CF9AE}" pid="5" name="MSIP_Label_bb170d26-a298-4fcb-93e8-f72c55c78d0a_SetDate">
    <vt:lpwstr>2025-08-28T06:27:01Z</vt:lpwstr>
  </property>
  <property fmtid="{D5CDD505-2E9C-101B-9397-08002B2CF9AE}" pid="6" name="MSIP_Label_bb170d26-a298-4fcb-93e8-f72c55c78d0a_Method">
    <vt:lpwstr>Standard</vt:lpwstr>
  </property>
  <property fmtid="{D5CDD505-2E9C-101B-9397-08002B2CF9AE}" pid="7" name="MSIP_Label_bb170d26-a298-4fcb-93e8-f72c55c78d0a_Name">
    <vt:lpwstr>defa4170-0d19-0005-0004-bc88714345d2</vt:lpwstr>
  </property>
  <property fmtid="{D5CDD505-2E9C-101B-9397-08002B2CF9AE}" pid="8" name="MSIP_Label_bb170d26-a298-4fcb-93e8-f72c55c78d0a_SiteId">
    <vt:lpwstr>3ed6c8f5-4c16-44ad-9eed-60f851834a84</vt:lpwstr>
  </property>
  <property fmtid="{D5CDD505-2E9C-101B-9397-08002B2CF9AE}" pid="9" name="MSIP_Label_bb170d26-a298-4fcb-93e8-f72c55c78d0a_ActionId">
    <vt:lpwstr>abf108b7-51c6-46df-803a-db799a25055a</vt:lpwstr>
  </property>
  <property fmtid="{D5CDD505-2E9C-101B-9397-08002B2CF9AE}" pid="10" name="MSIP_Label_bb170d26-a298-4fcb-93e8-f72c55c78d0a_ContentBits">
    <vt:lpwstr>0</vt:lpwstr>
  </property>
  <property fmtid="{D5CDD505-2E9C-101B-9397-08002B2CF9AE}" pid="11" name="MSIP_Label_bb170d26-a298-4fcb-93e8-f72c55c78d0a_Tag">
    <vt:lpwstr>10, 3, 0, 1</vt:lpwstr>
  </property>
</Properties>
</file>